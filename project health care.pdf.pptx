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embeddedFontLst>
    <p:embeddedFont>
      <p:font typeface="Lato Bold" charset="1" panose="020F0502020204030203"/>
      <p:regular r:id="rId17"/>
    </p:embeddedFont>
    <p:embeddedFont>
      <p:font typeface="Lato Italics" charset="1" panose="020F0502020204030203"/>
      <p:regular r:id="rId18"/>
    </p:embeddedFont>
    <p:embeddedFont>
      <p:font typeface="Lato" charset="1" panose="020F0502020204030203"/>
      <p:regular r:id="rId19"/>
    </p:embeddedFont>
    <p:embeddedFont>
      <p:font typeface="Arimo" charset="1" panose="020B0604020202020204"/>
      <p:regular r:id="rId20"/>
    </p:embeddedFont>
    <p:embeddedFont>
      <p:font typeface="Arimo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572000" cy="6858000"/>
            <a:chOff x="0" y="0"/>
            <a:chExt cx="609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80504" y="2421919"/>
            <a:ext cx="4924738" cy="4436081"/>
            <a:chOff x="0" y="0"/>
            <a:chExt cx="4924738" cy="4436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24550" cy="4435896"/>
            </a:xfrm>
            <a:custGeom>
              <a:avLst/>
              <a:gdLst/>
              <a:ahLst/>
              <a:cxnLst/>
              <a:rect r="r" b="b" t="t" l="l"/>
              <a:pathLst>
                <a:path h="4435896" w="4924550">
                  <a:moveTo>
                    <a:pt x="0" y="4401808"/>
                  </a:moveTo>
                  <a:lnTo>
                    <a:pt x="0" y="34273"/>
                  </a:lnTo>
                  <a:cubicBezTo>
                    <a:pt x="0" y="29666"/>
                    <a:pt x="941" y="25428"/>
                    <a:pt x="2634" y="21190"/>
                  </a:cubicBezTo>
                  <a:cubicBezTo>
                    <a:pt x="4327" y="16952"/>
                    <a:pt x="6961" y="13267"/>
                    <a:pt x="10160" y="9950"/>
                  </a:cubicBezTo>
                  <a:cubicBezTo>
                    <a:pt x="13358" y="6633"/>
                    <a:pt x="17309" y="4238"/>
                    <a:pt x="21449" y="2580"/>
                  </a:cubicBezTo>
                  <a:cubicBezTo>
                    <a:pt x="25588" y="921"/>
                    <a:pt x="30292" y="0"/>
                    <a:pt x="34995" y="0"/>
                  </a:cubicBezTo>
                  <a:lnTo>
                    <a:pt x="4889743" y="0"/>
                  </a:lnTo>
                  <a:cubicBezTo>
                    <a:pt x="4894447" y="0"/>
                    <a:pt x="4898774" y="921"/>
                    <a:pt x="4903101" y="2580"/>
                  </a:cubicBezTo>
                  <a:cubicBezTo>
                    <a:pt x="4907429" y="4238"/>
                    <a:pt x="4911192" y="6818"/>
                    <a:pt x="4914390" y="9950"/>
                  </a:cubicBezTo>
                  <a:cubicBezTo>
                    <a:pt x="4917589" y="13083"/>
                    <a:pt x="4920223" y="16952"/>
                    <a:pt x="4921916" y="21006"/>
                  </a:cubicBezTo>
                  <a:cubicBezTo>
                    <a:pt x="4923609" y="25059"/>
                    <a:pt x="4924550" y="29666"/>
                    <a:pt x="4924550" y="34088"/>
                  </a:cubicBezTo>
                  <a:lnTo>
                    <a:pt x="4924550" y="4401808"/>
                  </a:lnTo>
                  <a:cubicBezTo>
                    <a:pt x="4924550" y="4406414"/>
                    <a:pt x="4923609" y="4410652"/>
                    <a:pt x="4921916" y="4414891"/>
                  </a:cubicBezTo>
                  <a:cubicBezTo>
                    <a:pt x="4920223" y="4419129"/>
                    <a:pt x="4917589" y="4422814"/>
                    <a:pt x="4914390" y="4425946"/>
                  </a:cubicBezTo>
                  <a:cubicBezTo>
                    <a:pt x="4911192" y="4429078"/>
                    <a:pt x="4907240" y="4431658"/>
                    <a:pt x="4903101" y="4433317"/>
                  </a:cubicBezTo>
                  <a:cubicBezTo>
                    <a:pt x="4898962" y="4434975"/>
                    <a:pt x="4894258" y="4435896"/>
                    <a:pt x="4889743" y="4435896"/>
                  </a:cubicBezTo>
                  <a:lnTo>
                    <a:pt x="34995" y="4435896"/>
                  </a:lnTo>
                  <a:cubicBezTo>
                    <a:pt x="30292" y="4435896"/>
                    <a:pt x="25964" y="4434975"/>
                    <a:pt x="21637" y="4433317"/>
                  </a:cubicBezTo>
                  <a:cubicBezTo>
                    <a:pt x="17309" y="4431658"/>
                    <a:pt x="13547" y="4429078"/>
                    <a:pt x="10348" y="4425946"/>
                  </a:cubicBezTo>
                  <a:cubicBezTo>
                    <a:pt x="7150" y="4422814"/>
                    <a:pt x="4516" y="4418944"/>
                    <a:pt x="2822" y="4414891"/>
                  </a:cubicBezTo>
                  <a:cubicBezTo>
                    <a:pt x="1129" y="4410837"/>
                    <a:pt x="188" y="4406230"/>
                    <a:pt x="188" y="4401808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62058" y="-14857"/>
            <a:ext cx="6715592" cy="137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32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AI-Powered Healthcare Assistant Web App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80573" y="2294838"/>
            <a:ext cx="95031" cy="25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533" i="true">
                <a:solidFill>
                  <a:srgbClr val="4A4A45"/>
                </a:solidFill>
                <a:latin typeface="Lato Italics"/>
                <a:ea typeface="Lato Italics"/>
                <a:cs typeface="Lato Italics"/>
                <a:sym typeface="Lato Italic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99368" y="1633128"/>
            <a:ext cx="7480790" cy="45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5"/>
              </a:lnSpc>
            </a:pPr>
            <a:r>
              <a:rPr lang="en-US" sz="2632" i="true">
                <a:solidFill>
                  <a:srgbClr val="4A4A45"/>
                </a:solidFill>
                <a:latin typeface="Lato Italics"/>
                <a:ea typeface="Lato Italics"/>
                <a:cs typeface="Lato Italics"/>
                <a:sym typeface="Lato Italics"/>
              </a:rPr>
              <a:t>Making Medical Reports Accessible for Everyone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63844" y="2558996"/>
            <a:ext cx="4009067" cy="396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b="true" sz="2768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Project Team</a:t>
            </a:r>
          </a:p>
          <a:p>
            <a:pPr algn="l">
              <a:lnSpc>
                <a:spcPts val="4016"/>
              </a:lnSpc>
            </a:pPr>
            <a:r>
              <a:rPr lang="en-US" b="true" sz="2512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Team Name:</a:t>
            </a:r>
          </a:p>
          <a:p>
            <a:pPr algn="l">
              <a:lnSpc>
                <a:spcPts val="4016"/>
              </a:lnSpc>
            </a:pPr>
            <a:r>
              <a:rPr lang="en-US" sz="251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Logic Loop</a:t>
            </a:r>
          </a:p>
          <a:p>
            <a:pPr algn="l" rtl="true">
              <a:lnSpc>
                <a:spcPts val="2737"/>
              </a:lnSpc>
            </a:pPr>
          </a:p>
          <a:p>
            <a:pPr algn="l">
              <a:lnSpc>
                <a:spcPts val="3377"/>
              </a:lnSpc>
            </a:pPr>
            <a:r>
              <a:rPr lang="en-US" b="true" sz="2112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Team Leader Name:</a:t>
            </a:r>
          </a:p>
          <a:p>
            <a:pPr algn="l">
              <a:lnSpc>
                <a:spcPts val="3377"/>
              </a:lnSpc>
            </a:pPr>
            <a:r>
              <a:rPr lang="en-US" sz="211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Kashvi Goel</a:t>
            </a:r>
          </a:p>
          <a:p>
            <a:pPr algn="l" rtl="true">
              <a:lnSpc>
                <a:spcPts val="2737"/>
              </a:lnSpc>
            </a:pPr>
          </a:p>
          <a:p>
            <a:pPr algn="l">
              <a:lnSpc>
                <a:spcPts val="3377"/>
              </a:lnSpc>
            </a:pPr>
            <a:r>
              <a:rPr lang="en-US" b="true" sz="2112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Team Member Name: </a:t>
            </a:r>
          </a:p>
          <a:p>
            <a:pPr algn="l">
              <a:lnSpc>
                <a:spcPts val="3377"/>
              </a:lnSpc>
            </a:pPr>
            <a:r>
              <a:rPr lang="en-US" sz="211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Varshika Choudhary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572000" cy="6858000"/>
            <a:chOff x="0" y="0"/>
            <a:chExt cx="609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79913" y="-76200"/>
            <a:ext cx="4375614" cy="61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8"/>
              </a:lnSpc>
            </a:pPr>
            <a:r>
              <a:rPr lang="en-US" b="true" sz="3534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Why AI in Healthcare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22762" y="916943"/>
            <a:ext cx="2941589" cy="202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3"/>
              </a:lnSpc>
            </a:pPr>
            <a:r>
              <a:rPr lang="en-US" b="true" sz="486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77%</a:t>
            </a:r>
          </a:p>
          <a:p>
            <a:pPr algn="ctr">
              <a:lnSpc>
                <a:spcPts val="3179"/>
              </a:lnSpc>
            </a:pPr>
            <a:r>
              <a:rPr lang="en-US" b="true" sz="2066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Lack Access</a:t>
            </a:r>
          </a:p>
          <a:p>
            <a:pPr algn="ctr">
              <a:lnSpc>
                <a:spcPts val="2635"/>
              </a:lnSpc>
            </a:pPr>
            <a:r>
              <a:rPr lang="en-US" sz="17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of India's population lacks basic healthcare access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93416" y="2731961"/>
            <a:ext cx="35347" cy="2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4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96548" y="3491646"/>
            <a:ext cx="4038404" cy="202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3"/>
              </a:lnSpc>
            </a:pPr>
            <a:r>
              <a:rPr lang="en-US" b="true" sz="486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24/7</a:t>
            </a:r>
          </a:p>
          <a:p>
            <a:pPr algn="ctr">
              <a:lnSpc>
                <a:spcPts val="3179"/>
              </a:lnSpc>
            </a:pPr>
            <a:r>
              <a:rPr lang="en-US" b="true" sz="2066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AI Availability</a:t>
            </a:r>
          </a:p>
          <a:p>
            <a:pPr algn="ctr">
              <a:lnSpc>
                <a:spcPts val="2635"/>
              </a:lnSpc>
            </a:pPr>
            <a:r>
              <a:rPr lang="en-US" sz="17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can make healthcare accessible and affordable for all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82951" y="4913185"/>
            <a:ext cx="35347" cy="2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4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60134" y="916943"/>
            <a:ext cx="3731866" cy="205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3"/>
              </a:lnSpc>
            </a:pPr>
            <a:r>
              <a:rPr lang="en-US" b="true" sz="486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1B+</a:t>
            </a:r>
          </a:p>
          <a:p>
            <a:pPr algn="ctr">
              <a:lnSpc>
                <a:spcPts val="3179"/>
              </a:lnSpc>
            </a:pPr>
            <a:r>
              <a:rPr lang="en-US" b="true" sz="2066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Underserved</a:t>
            </a:r>
          </a:p>
          <a:p>
            <a:pPr algn="ctr">
              <a:lnSpc>
                <a:spcPts val="2789"/>
              </a:lnSpc>
            </a:pPr>
            <a:r>
              <a:rPr lang="en-US" sz="1813" spc="4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people struggle to understand medical reports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47197" y="2731961"/>
            <a:ext cx="35347" cy="2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4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3540" y="5627561"/>
            <a:ext cx="6453188" cy="109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91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Elderly and illiterate users face the greatest barriers — AI technology bridges this critical gap in healthcare accessibility.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250" y="2424846"/>
            <a:ext cx="4476750" cy="2524125"/>
            <a:chOff x="0" y="0"/>
            <a:chExt cx="5969000" cy="3365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9000" cy="3365500"/>
            </a:xfrm>
            <a:custGeom>
              <a:avLst/>
              <a:gdLst/>
              <a:ahLst/>
              <a:cxnLst/>
              <a:rect r="r" b="b" t="t" l="l"/>
              <a:pathLst>
                <a:path h="3365500" w="5969000">
                  <a:moveTo>
                    <a:pt x="21717" y="0"/>
                  </a:moveTo>
                  <a:cubicBezTo>
                    <a:pt x="15748" y="0"/>
                    <a:pt x="10541" y="2159"/>
                    <a:pt x="6350" y="6350"/>
                  </a:cubicBezTo>
                  <a:cubicBezTo>
                    <a:pt x="2159" y="10541"/>
                    <a:pt x="0" y="15748"/>
                    <a:pt x="0" y="21717"/>
                  </a:cubicBezTo>
                  <a:lnTo>
                    <a:pt x="0" y="3343783"/>
                  </a:lnTo>
                  <a:cubicBezTo>
                    <a:pt x="0" y="3349752"/>
                    <a:pt x="2159" y="3354832"/>
                    <a:pt x="6350" y="3359150"/>
                  </a:cubicBezTo>
                  <a:cubicBezTo>
                    <a:pt x="10541" y="3363468"/>
                    <a:pt x="15748" y="3365500"/>
                    <a:pt x="21717" y="3365500"/>
                  </a:cubicBezTo>
                  <a:lnTo>
                    <a:pt x="5947283" y="3365500"/>
                  </a:lnTo>
                  <a:cubicBezTo>
                    <a:pt x="5953252" y="3365500"/>
                    <a:pt x="5958332" y="3363341"/>
                    <a:pt x="5962650" y="3359150"/>
                  </a:cubicBezTo>
                  <a:cubicBezTo>
                    <a:pt x="5966968" y="3354959"/>
                    <a:pt x="5969000" y="3349752"/>
                    <a:pt x="5969000" y="3343783"/>
                  </a:cubicBezTo>
                  <a:lnTo>
                    <a:pt x="5969000" y="21717"/>
                  </a:lnTo>
                  <a:cubicBezTo>
                    <a:pt x="5969000" y="15748"/>
                    <a:pt x="5966841" y="10668"/>
                    <a:pt x="5962650" y="6350"/>
                  </a:cubicBezTo>
                  <a:cubicBezTo>
                    <a:pt x="5958459" y="2032"/>
                    <a:pt x="5953252" y="0"/>
                    <a:pt x="594728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373973" y="0"/>
            <a:ext cx="5652933" cy="6858000"/>
          </a:xfrm>
          <a:custGeom>
            <a:avLst/>
            <a:gdLst/>
            <a:ahLst/>
            <a:cxnLst/>
            <a:rect r="r" b="b" t="t" l="l"/>
            <a:pathLst>
              <a:path h="6858000" w="5652933">
                <a:moveTo>
                  <a:pt x="0" y="0"/>
                </a:moveTo>
                <a:lnTo>
                  <a:pt x="5652933" y="0"/>
                </a:lnTo>
                <a:lnTo>
                  <a:pt x="565293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1540" y="449132"/>
            <a:ext cx="3909417" cy="6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8"/>
              </a:lnSpc>
            </a:pPr>
            <a:r>
              <a:rPr lang="en-US" b="true" sz="3563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49138" y="4265929"/>
            <a:ext cx="5181224" cy="120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b="true" sz="193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Elderly Population</a:t>
            </a:r>
          </a:p>
          <a:p>
            <a:pPr algn="l">
              <a:lnSpc>
                <a:spcPts val="3627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Uncomfortable using technology for health </a:t>
            </a:r>
          </a:p>
          <a:p>
            <a:pPr algn="l">
              <a:lnSpc>
                <a:spcPts val="1587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9138" y="2717669"/>
            <a:ext cx="5041913" cy="13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b="true" sz="1968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Illiterate Users</a:t>
            </a:r>
          </a:p>
          <a:p>
            <a:pPr algn="l">
              <a:lnSpc>
                <a:spcPts val="3685"/>
              </a:lnSpc>
            </a:pPr>
            <a:r>
              <a:rPr lang="en-US" sz="1968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Cannot read written instructions or follow-up guidance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13982" y="1568744"/>
            <a:ext cx="5181224" cy="86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196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Doctor's Handwriting</a:t>
            </a:r>
          </a:p>
          <a:p>
            <a:pPr algn="l">
              <a:lnSpc>
                <a:spcPts val="3686"/>
              </a:lnSpc>
            </a:pPr>
            <a:r>
              <a:rPr lang="en-US" sz="196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Prescriptions are difficult to read and interpret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13982" y="174645"/>
            <a:ext cx="5181224" cy="110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b="true" sz="178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Complex Medical Language</a:t>
            </a:r>
          </a:p>
          <a:p>
            <a:pPr algn="l">
              <a:lnSpc>
                <a:spcPts val="3238"/>
              </a:lnSpc>
            </a:pPr>
            <a:r>
              <a:rPr lang="en-US" sz="178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Patients cannot understand medical terminology in </a:t>
            </a:r>
          </a:p>
          <a:p>
            <a:pPr algn="l">
              <a:lnSpc>
                <a:spcPts val="1776"/>
              </a:lnSpc>
            </a:pPr>
            <a:r>
              <a:rPr lang="en-US" sz="178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reports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13982" y="5763646"/>
            <a:ext cx="5444624" cy="82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b="true" sz="1902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Time Constraint</a:t>
            </a:r>
          </a:p>
          <a:p>
            <a:pPr algn="l">
              <a:lnSpc>
                <a:spcPts val="3451"/>
              </a:lnSpc>
            </a:pPr>
            <a:r>
              <a:rPr lang="en-US" sz="190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No time to ask follow-up questions to busy doctors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722" y="4098922"/>
            <a:ext cx="5470522" cy="1965322"/>
            <a:chOff x="0" y="0"/>
            <a:chExt cx="5470525" cy="1965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5343398" cy="1838198"/>
            </a:xfrm>
            <a:custGeom>
              <a:avLst/>
              <a:gdLst/>
              <a:ahLst/>
              <a:cxnLst/>
              <a:rect r="r" b="b" t="t" l="l"/>
              <a:pathLst>
                <a:path h="1838198" w="5343398">
                  <a:moveTo>
                    <a:pt x="0" y="1814703"/>
                  </a:moveTo>
                  <a:lnTo>
                    <a:pt x="0" y="23622"/>
                  </a:lnTo>
                  <a:cubicBezTo>
                    <a:pt x="0" y="20447"/>
                    <a:pt x="635" y="17526"/>
                    <a:pt x="1778" y="14605"/>
                  </a:cubicBezTo>
                  <a:cubicBezTo>
                    <a:pt x="2921" y="11684"/>
                    <a:pt x="4699" y="9144"/>
                    <a:pt x="6858" y="6985"/>
                  </a:cubicBezTo>
                  <a:cubicBezTo>
                    <a:pt x="9017" y="4826"/>
                    <a:pt x="11684" y="3048"/>
                    <a:pt x="14478" y="1905"/>
                  </a:cubicBezTo>
                  <a:cubicBezTo>
                    <a:pt x="17272" y="762"/>
                    <a:pt x="20447" y="0"/>
                    <a:pt x="23622" y="0"/>
                  </a:cubicBezTo>
                  <a:lnTo>
                    <a:pt x="5319903" y="0"/>
                  </a:lnTo>
                  <a:cubicBezTo>
                    <a:pt x="5323078" y="0"/>
                    <a:pt x="5325999" y="635"/>
                    <a:pt x="5328920" y="1778"/>
                  </a:cubicBezTo>
                  <a:cubicBezTo>
                    <a:pt x="5331841" y="2921"/>
                    <a:pt x="5334381" y="4699"/>
                    <a:pt x="5336540" y="6858"/>
                  </a:cubicBezTo>
                  <a:cubicBezTo>
                    <a:pt x="5338699" y="9017"/>
                    <a:pt x="5340477" y="11684"/>
                    <a:pt x="5341620" y="14478"/>
                  </a:cubicBezTo>
                  <a:cubicBezTo>
                    <a:pt x="5342763" y="17272"/>
                    <a:pt x="5343398" y="20447"/>
                    <a:pt x="5343398" y="23495"/>
                  </a:cubicBezTo>
                  <a:lnTo>
                    <a:pt x="5343398" y="1814703"/>
                  </a:lnTo>
                  <a:cubicBezTo>
                    <a:pt x="5343398" y="1817878"/>
                    <a:pt x="5342763" y="1820799"/>
                    <a:pt x="5341620" y="1823720"/>
                  </a:cubicBezTo>
                  <a:cubicBezTo>
                    <a:pt x="5340477" y="1826641"/>
                    <a:pt x="5338699" y="1829181"/>
                    <a:pt x="5336540" y="1831340"/>
                  </a:cubicBezTo>
                  <a:cubicBezTo>
                    <a:pt x="5334381" y="1833499"/>
                    <a:pt x="5331714" y="1835277"/>
                    <a:pt x="5328920" y="1836420"/>
                  </a:cubicBezTo>
                  <a:cubicBezTo>
                    <a:pt x="5326126" y="1837563"/>
                    <a:pt x="5322951" y="1838198"/>
                    <a:pt x="5319903" y="1838198"/>
                  </a:cubicBezTo>
                  <a:lnTo>
                    <a:pt x="23622" y="1838198"/>
                  </a:lnTo>
                  <a:cubicBezTo>
                    <a:pt x="20447" y="1838198"/>
                    <a:pt x="17526" y="1837563"/>
                    <a:pt x="14605" y="1836420"/>
                  </a:cubicBezTo>
                  <a:cubicBezTo>
                    <a:pt x="11684" y="1835277"/>
                    <a:pt x="9144" y="1833499"/>
                    <a:pt x="6985" y="1831340"/>
                  </a:cubicBezTo>
                  <a:cubicBezTo>
                    <a:pt x="4826" y="1829181"/>
                    <a:pt x="3048" y="1826514"/>
                    <a:pt x="1905" y="1823720"/>
                  </a:cubicBezTo>
                  <a:cubicBezTo>
                    <a:pt x="762" y="1820926"/>
                    <a:pt x="127" y="1817751"/>
                    <a:pt x="127" y="1814703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54000" y="244475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571500" y="285750"/>
                  </a:moveTo>
                  <a:cubicBezTo>
                    <a:pt x="571500" y="295148"/>
                    <a:pt x="570992" y="304419"/>
                    <a:pt x="570103" y="313817"/>
                  </a:cubicBezTo>
                  <a:cubicBezTo>
                    <a:pt x="569214" y="323215"/>
                    <a:pt x="567817" y="332359"/>
                    <a:pt x="566039" y="341503"/>
                  </a:cubicBezTo>
                  <a:cubicBezTo>
                    <a:pt x="564261" y="350647"/>
                    <a:pt x="561975" y="359791"/>
                    <a:pt x="559181" y="368681"/>
                  </a:cubicBezTo>
                  <a:cubicBezTo>
                    <a:pt x="556387" y="377571"/>
                    <a:pt x="553339" y="386461"/>
                    <a:pt x="549783" y="395097"/>
                  </a:cubicBezTo>
                  <a:cubicBezTo>
                    <a:pt x="546227" y="403733"/>
                    <a:pt x="542163" y="412242"/>
                    <a:pt x="537845" y="420497"/>
                  </a:cubicBezTo>
                  <a:cubicBezTo>
                    <a:pt x="533527" y="428752"/>
                    <a:pt x="528574" y="436753"/>
                    <a:pt x="523367" y="444500"/>
                  </a:cubicBezTo>
                  <a:cubicBezTo>
                    <a:pt x="518160" y="452247"/>
                    <a:pt x="512572" y="459740"/>
                    <a:pt x="506603" y="466979"/>
                  </a:cubicBezTo>
                  <a:cubicBezTo>
                    <a:pt x="500634" y="474218"/>
                    <a:pt x="494411" y="481076"/>
                    <a:pt x="487807" y="487807"/>
                  </a:cubicBezTo>
                  <a:cubicBezTo>
                    <a:pt x="481203" y="494538"/>
                    <a:pt x="474218" y="500761"/>
                    <a:pt x="466979" y="506603"/>
                  </a:cubicBezTo>
                  <a:cubicBezTo>
                    <a:pt x="459740" y="512445"/>
                    <a:pt x="452247" y="518160"/>
                    <a:pt x="444500" y="523367"/>
                  </a:cubicBezTo>
                  <a:cubicBezTo>
                    <a:pt x="436753" y="528574"/>
                    <a:pt x="428752" y="533400"/>
                    <a:pt x="420497" y="537845"/>
                  </a:cubicBezTo>
                  <a:cubicBezTo>
                    <a:pt x="412242" y="542290"/>
                    <a:pt x="403733" y="546227"/>
                    <a:pt x="395097" y="549783"/>
                  </a:cubicBezTo>
                  <a:cubicBezTo>
                    <a:pt x="386461" y="553339"/>
                    <a:pt x="377698" y="556514"/>
                    <a:pt x="368681" y="559181"/>
                  </a:cubicBezTo>
                  <a:cubicBezTo>
                    <a:pt x="359664" y="561848"/>
                    <a:pt x="350647" y="564134"/>
                    <a:pt x="341503" y="566039"/>
                  </a:cubicBezTo>
                  <a:cubicBezTo>
                    <a:pt x="332359" y="567944"/>
                    <a:pt x="323088" y="569214"/>
                    <a:pt x="313817" y="570103"/>
                  </a:cubicBezTo>
                  <a:cubicBezTo>
                    <a:pt x="304546" y="570992"/>
                    <a:pt x="295148" y="571500"/>
                    <a:pt x="285750" y="571500"/>
                  </a:cubicBezTo>
                  <a:cubicBezTo>
                    <a:pt x="276352" y="571500"/>
                    <a:pt x="267081" y="570992"/>
                    <a:pt x="257683" y="570103"/>
                  </a:cubicBezTo>
                  <a:cubicBezTo>
                    <a:pt x="248285" y="569214"/>
                    <a:pt x="239141" y="567817"/>
                    <a:pt x="229997" y="566039"/>
                  </a:cubicBezTo>
                  <a:cubicBezTo>
                    <a:pt x="220853" y="564261"/>
                    <a:pt x="211709" y="561975"/>
                    <a:pt x="202819" y="559181"/>
                  </a:cubicBezTo>
                  <a:cubicBezTo>
                    <a:pt x="193929" y="556387"/>
                    <a:pt x="185039" y="553339"/>
                    <a:pt x="176403" y="549783"/>
                  </a:cubicBezTo>
                  <a:cubicBezTo>
                    <a:pt x="167767" y="546227"/>
                    <a:pt x="159258" y="542163"/>
                    <a:pt x="151003" y="537845"/>
                  </a:cubicBezTo>
                  <a:cubicBezTo>
                    <a:pt x="142748" y="533527"/>
                    <a:pt x="134747" y="528574"/>
                    <a:pt x="127000" y="523367"/>
                  </a:cubicBezTo>
                  <a:cubicBezTo>
                    <a:pt x="119253" y="518160"/>
                    <a:pt x="111760" y="512572"/>
                    <a:pt x="104521" y="506603"/>
                  </a:cubicBezTo>
                  <a:cubicBezTo>
                    <a:pt x="97282" y="500634"/>
                    <a:pt x="90424" y="494411"/>
                    <a:pt x="83693" y="487807"/>
                  </a:cubicBezTo>
                  <a:cubicBezTo>
                    <a:pt x="76962" y="481203"/>
                    <a:pt x="70739" y="474218"/>
                    <a:pt x="64897" y="466979"/>
                  </a:cubicBezTo>
                  <a:cubicBezTo>
                    <a:pt x="59055" y="459740"/>
                    <a:pt x="53340" y="452247"/>
                    <a:pt x="48133" y="444500"/>
                  </a:cubicBezTo>
                  <a:cubicBezTo>
                    <a:pt x="42926" y="436753"/>
                    <a:pt x="38100" y="428752"/>
                    <a:pt x="33655" y="420497"/>
                  </a:cubicBezTo>
                  <a:cubicBezTo>
                    <a:pt x="29210" y="412242"/>
                    <a:pt x="25273" y="403733"/>
                    <a:pt x="21717" y="395097"/>
                  </a:cubicBezTo>
                  <a:cubicBezTo>
                    <a:pt x="18161" y="386461"/>
                    <a:pt x="14986" y="377698"/>
                    <a:pt x="12319" y="368681"/>
                  </a:cubicBezTo>
                  <a:cubicBezTo>
                    <a:pt x="9652" y="359664"/>
                    <a:pt x="7366" y="350647"/>
                    <a:pt x="5461" y="341503"/>
                  </a:cubicBezTo>
                  <a:cubicBezTo>
                    <a:pt x="3556" y="332359"/>
                    <a:pt x="2286" y="323088"/>
                    <a:pt x="1397" y="313817"/>
                  </a:cubicBezTo>
                  <a:cubicBezTo>
                    <a:pt x="508" y="304546"/>
                    <a:pt x="0" y="295148"/>
                    <a:pt x="0" y="285750"/>
                  </a:cubicBezTo>
                  <a:cubicBezTo>
                    <a:pt x="0" y="276352"/>
                    <a:pt x="508" y="267081"/>
                    <a:pt x="1397" y="257683"/>
                  </a:cubicBezTo>
                  <a:cubicBezTo>
                    <a:pt x="2286" y="248285"/>
                    <a:pt x="3683" y="239141"/>
                    <a:pt x="5461" y="229997"/>
                  </a:cubicBezTo>
                  <a:cubicBezTo>
                    <a:pt x="7239" y="220853"/>
                    <a:pt x="9525" y="211709"/>
                    <a:pt x="12319" y="202819"/>
                  </a:cubicBezTo>
                  <a:cubicBezTo>
                    <a:pt x="15113" y="193929"/>
                    <a:pt x="18161" y="185039"/>
                    <a:pt x="21717" y="176403"/>
                  </a:cubicBezTo>
                  <a:cubicBezTo>
                    <a:pt x="25273" y="167767"/>
                    <a:pt x="29337" y="159258"/>
                    <a:pt x="33655" y="151003"/>
                  </a:cubicBezTo>
                  <a:cubicBezTo>
                    <a:pt x="37973" y="142748"/>
                    <a:pt x="42926" y="134747"/>
                    <a:pt x="48133" y="127000"/>
                  </a:cubicBezTo>
                  <a:cubicBezTo>
                    <a:pt x="53340" y="119253"/>
                    <a:pt x="58928" y="111760"/>
                    <a:pt x="64897" y="104521"/>
                  </a:cubicBezTo>
                  <a:cubicBezTo>
                    <a:pt x="70866" y="97282"/>
                    <a:pt x="77089" y="90424"/>
                    <a:pt x="83693" y="83693"/>
                  </a:cubicBezTo>
                  <a:cubicBezTo>
                    <a:pt x="90297" y="76962"/>
                    <a:pt x="97282" y="70739"/>
                    <a:pt x="104521" y="64897"/>
                  </a:cubicBezTo>
                  <a:cubicBezTo>
                    <a:pt x="111760" y="59055"/>
                    <a:pt x="119253" y="53340"/>
                    <a:pt x="127000" y="48133"/>
                  </a:cubicBezTo>
                  <a:cubicBezTo>
                    <a:pt x="134747" y="42926"/>
                    <a:pt x="142748" y="38100"/>
                    <a:pt x="151003" y="33655"/>
                  </a:cubicBezTo>
                  <a:cubicBezTo>
                    <a:pt x="159258" y="29210"/>
                    <a:pt x="167767" y="25273"/>
                    <a:pt x="176403" y="21717"/>
                  </a:cubicBezTo>
                  <a:cubicBezTo>
                    <a:pt x="185039" y="18161"/>
                    <a:pt x="193802" y="14986"/>
                    <a:pt x="202819" y="12319"/>
                  </a:cubicBezTo>
                  <a:cubicBezTo>
                    <a:pt x="211836" y="9652"/>
                    <a:pt x="220853" y="7366"/>
                    <a:pt x="229997" y="5461"/>
                  </a:cubicBezTo>
                  <a:cubicBezTo>
                    <a:pt x="239141" y="3556"/>
                    <a:pt x="248412" y="2286"/>
                    <a:pt x="257683" y="1397"/>
                  </a:cubicBezTo>
                  <a:cubicBezTo>
                    <a:pt x="266954" y="508"/>
                    <a:pt x="276352" y="0"/>
                    <a:pt x="285750" y="0"/>
                  </a:cubicBezTo>
                  <a:cubicBezTo>
                    <a:pt x="295148" y="0"/>
                    <a:pt x="304419" y="508"/>
                    <a:pt x="313817" y="1397"/>
                  </a:cubicBezTo>
                  <a:cubicBezTo>
                    <a:pt x="323215" y="2286"/>
                    <a:pt x="332359" y="3683"/>
                    <a:pt x="341503" y="5461"/>
                  </a:cubicBezTo>
                  <a:cubicBezTo>
                    <a:pt x="350647" y="7239"/>
                    <a:pt x="359791" y="9525"/>
                    <a:pt x="368681" y="12319"/>
                  </a:cubicBezTo>
                  <a:cubicBezTo>
                    <a:pt x="377571" y="15113"/>
                    <a:pt x="386461" y="18161"/>
                    <a:pt x="395097" y="21717"/>
                  </a:cubicBezTo>
                  <a:cubicBezTo>
                    <a:pt x="403733" y="25273"/>
                    <a:pt x="412242" y="29337"/>
                    <a:pt x="420497" y="33655"/>
                  </a:cubicBezTo>
                  <a:cubicBezTo>
                    <a:pt x="428752" y="37973"/>
                    <a:pt x="436753" y="42926"/>
                    <a:pt x="444500" y="48133"/>
                  </a:cubicBezTo>
                  <a:cubicBezTo>
                    <a:pt x="452247" y="53340"/>
                    <a:pt x="459740" y="58928"/>
                    <a:pt x="466979" y="64897"/>
                  </a:cubicBezTo>
                  <a:cubicBezTo>
                    <a:pt x="474218" y="70866"/>
                    <a:pt x="481076" y="77089"/>
                    <a:pt x="487807" y="83693"/>
                  </a:cubicBezTo>
                  <a:cubicBezTo>
                    <a:pt x="494538" y="90297"/>
                    <a:pt x="500761" y="97282"/>
                    <a:pt x="506603" y="104521"/>
                  </a:cubicBezTo>
                  <a:cubicBezTo>
                    <a:pt x="512445" y="111760"/>
                    <a:pt x="518160" y="119253"/>
                    <a:pt x="523367" y="127000"/>
                  </a:cubicBezTo>
                  <a:cubicBezTo>
                    <a:pt x="528574" y="134747"/>
                    <a:pt x="533400" y="142748"/>
                    <a:pt x="537845" y="151003"/>
                  </a:cubicBezTo>
                  <a:cubicBezTo>
                    <a:pt x="542290" y="159258"/>
                    <a:pt x="546227" y="167767"/>
                    <a:pt x="549783" y="176403"/>
                  </a:cubicBezTo>
                  <a:cubicBezTo>
                    <a:pt x="553339" y="185039"/>
                    <a:pt x="556514" y="193802"/>
                    <a:pt x="559181" y="202819"/>
                  </a:cubicBezTo>
                  <a:cubicBezTo>
                    <a:pt x="561848" y="211836"/>
                    <a:pt x="564134" y="220853"/>
                    <a:pt x="566039" y="229997"/>
                  </a:cubicBezTo>
                  <a:cubicBezTo>
                    <a:pt x="567944" y="239141"/>
                    <a:pt x="569214" y="248412"/>
                    <a:pt x="570103" y="257683"/>
                  </a:cubicBezTo>
                  <a:cubicBezTo>
                    <a:pt x="570992" y="266954"/>
                    <a:pt x="571500" y="276352"/>
                    <a:pt x="571500" y="2857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65074" y="500126"/>
              <a:ext cx="156337" cy="101935"/>
            </a:xfrm>
            <a:custGeom>
              <a:avLst/>
              <a:gdLst/>
              <a:ahLst/>
              <a:cxnLst/>
              <a:rect r="r" b="b" t="t" l="l"/>
              <a:pathLst>
                <a:path h="101935" w="156337">
                  <a:moveTo>
                    <a:pt x="11430" y="5334"/>
                  </a:moveTo>
                  <a:cubicBezTo>
                    <a:pt x="11684" y="27686"/>
                    <a:pt x="12446" y="34036"/>
                    <a:pt x="13589" y="40132"/>
                  </a:cubicBezTo>
                  <a:lnTo>
                    <a:pt x="8001" y="41275"/>
                  </a:lnTo>
                  <a:lnTo>
                    <a:pt x="13462" y="39624"/>
                  </a:lnTo>
                  <a:cubicBezTo>
                    <a:pt x="15621" y="46609"/>
                    <a:pt x="18288" y="53086"/>
                    <a:pt x="21717" y="59309"/>
                  </a:cubicBezTo>
                  <a:lnTo>
                    <a:pt x="16764" y="61976"/>
                  </a:lnTo>
                  <a:lnTo>
                    <a:pt x="21463" y="58801"/>
                  </a:lnTo>
                  <a:cubicBezTo>
                    <a:pt x="25400" y="64516"/>
                    <a:pt x="30480" y="70231"/>
                    <a:pt x="36830" y="76200"/>
                  </a:cubicBezTo>
                  <a:lnTo>
                    <a:pt x="33020" y="80391"/>
                  </a:lnTo>
                  <a:lnTo>
                    <a:pt x="36322" y="75819"/>
                  </a:lnTo>
                  <a:cubicBezTo>
                    <a:pt x="42164" y="80137"/>
                    <a:pt x="48387" y="83693"/>
                    <a:pt x="54864" y="86614"/>
                  </a:cubicBezTo>
                  <a:lnTo>
                    <a:pt x="52578" y="91821"/>
                  </a:lnTo>
                  <a:lnTo>
                    <a:pt x="54229" y="86487"/>
                  </a:lnTo>
                  <a:cubicBezTo>
                    <a:pt x="61595" y="88773"/>
                    <a:pt x="65278" y="89662"/>
                    <a:pt x="69469" y="90297"/>
                  </a:cubicBezTo>
                  <a:lnTo>
                    <a:pt x="68580" y="95885"/>
                  </a:lnTo>
                  <a:lnTo>
                    <a:pt x="68961" y="90297"/>
                  </a:lnTo>
                  <a:cubicBezTo>
                    <a:pt x="76454" y="90805"/>
                    <a:pt x="85090" y="90551"/>
                    <a:pt x="92710" y="89408"/>
                  </a:cubicBezTo>
                  <a:lnTo>
                    <a:pt x="93472" y="94996"/>
                  </a:lnTo>
                  <a:lnTo>
                    <a:pt x="91948" y="89535"/>
                  </a:lnTo>
                  <a:cubicBezTo>
                    <a:pt x="99695" y="87503"/>
                    <a:pt x="106045" y="84963"/>
                    <a:pt x="112522" y="81661"/>
                  </a:cubicBezTo>
                  <a:lnTo>
                    <a:pt x="115062" y="86614"/>
                  </a:lnTo>
                  <a:lnTo>
                    <a:pt x="111887" y="81915"/>
                  </a:lnTo>
                  <a:cubicBezTo>
                    <a:pt x="118237" y="77597"/>
                    <a:pt x="123317" y="73406"/>
                    <a:pt x="129286" y="67056"/>
                  </a:cubicBezTo>
                  <a:lnTo>
                    <a:pt x="133350" y="70993"/>
                  </a:lnTo>
                  <a:lnTo>
                    <a:pt x="128778" y="67564"/>
                  </a:lnTo>
                  <a:cubicBezTo>
                    <a:pt x="133604" y="61214"/>
                    <a:pt x="137414" y="54737"/>
                    <a:pt x="140335" y="48387"/>
                  </a:cubicBezTo>
                  <a:lnTo>
                    <a:pt x="145415" y="50673"/>
                  </a:lnTo>
                  <a:lnTo>
                    <a:pt x="140081" y="48895"/>
                  </a:lnTo>
                  <a:cubicBezTo>
                    <a:pt x="142621" y="41021"/>
                    <a:pt x="144018" y="34671"/>
                    <a:pt x="144907" y="26924"/>
                  </a:cubicBezTo>
                  <a:lnTo>
                    <a:pt x="150495" y="27559"/>
                  </a:lnTo>
                  <a:lnTo>
                    <a:pt x="144907" y="27432"/>
                  </a:lnTo>
                  <a:cubicBezTo>
                    <a:pt x="145034" y="22987"/>
                    <a:pt x="145161" y="16129"/>
                    <a:pt x="145161" y="6985"/>
                  </a:cubicBezTo>
                  <a:cubicBezTo>
                    <a:pt x="145161" y="3810"/>
                    <a:pt x="147701" y="1397"/>
                    <a:pt x="150749" y="1397"/>
                  </a:cubicBezTo>
                  <a:cubicBezTo>
                    <a:pt x="153797" y="1397"/>
                    <a:pt x="156337" y="3937"/>
                    <a:pt x="156337" y="6985"/>
                  </a:cubicBezTo>
                  <a:cubicBezTo>
                    <a:pt x="156337" y="16256"/>
                    <a:pt x="156337" y="23241"/>
                    <a:pt x="156083" y="27813"/>
                  </a:cubicBezTo>
                  <a:cubicBezTo>
                    <a:pt x="156083" y="27940"/>
                    <a:pt x="156083" y="28194"/>
                    <a:pt x="156083" y="28321"/>
                  </a:cubicBezTo>
                  <a:cubicBezTo>
                    <a:pt x="155067" y="36830"/>
                    <a:pt x="153543" y="43942"/>
                    <a:pt x="150749" y="52451"/>
                  </a:cubicBezTo>
                  <a:cubicBezTo>
                    <a:pt x="150622" y="52705"/>
                    <a:pt x="150622" y="52832"/>
                    <a:pt x="150495" y="53086"/>
                  </a:cubicBezTo>
                  <a:cubicBezTo>
                    <a:pt x="147193" y="60325"/>
                    <a:pt x="143002" y="67437"/>
                    <a:pt x="137795" y="74422"/>
                  </a:cubicBezTo>
                  <a:cubicBezTo>
                    <a:pt x="137668" y="74549"/>
                    <a:pt x="137541" y="74803"/>
                    <a:pt x="137414" y="74930"/>
                  </a:cubicBezTo>
                  <a:cubicBezTo>
                    <a:pt x="130937" y="81788"/>
                    <a:pt x="125222" y="86614"/>
                    <a:pt x="118110" y="91440"/>
                  </a:cubicBezTo>
                  <a:cubicBezTo>
                    <a:pt x="117983" y="91567"/>
                    <a:pt x="117729" y="91694"/>
                    <a:pt x="117602" y="91821"/>
                  </a:cubicBezTo>
                  <a:cubicBezTo>
                    <a:pt x="110490" y="95504"/>
                    <a:pt x="103251" y="98298"/>
                    <a:pt x="94742" y="100584"/>
                  </a:cubicBezTo>
                  <a:cubicBezTo>
                    <a:pt x="94488" y="100584"/>
                    <a:pt x="94361" y="100711"/>
                    <a:pt x="94107" y="100711"/>
                  </a:cubicBezTo>
                  <a:cubicBezTo>
                    <a:pt x="85598" y="101981"/>
                    <a:pt x="76200" y="102235"/>
                    <a:pt x="67945" y="101600"/>
                  </a:cubicBezTo>
                  <a:cubicBezTo>
                    <a:pt x="67818" y="101600"/>
                    <a:pt x="67564" y="101600"/>
                    <a:pt x="67437" y="101600"/>
                  </a:cubicBezTo>
                  <a:cubicBezTo>
                    <a:pt x="62611" y="100838"/>
                    <a:pt x="58420" y="99822"/>
                    <a:pt x="50673" y="97409"/>
                  </a:cubicBezTo>
                  <a:cubicBezTo>
                    <a:pt x="50419" y="97409"/>
                    <a:pt x="50292" y="97282"/>
                    <a:pt x="50038" y="97155"/>
                  </a:cubicBezTo>
                  <a:cubicBezTo>
                    <a:pt x="42799" y="93980"/>
                    <a:pt x="35814" y="89916"/>
                    <a:pt x="29337" y="85217"/>
                  </a:cubicBezTo>
                  <a:cubicBezTo>
                    <a:pt x="29210" y="85090"/>
                    <a:pt x="28956" y="84963"/>
                    <a:pt x="28829" y="84836"/>
                  </a:cubicBezTo>
                  <a:cubicBezTo>
                    <a:pt x="21971" y="78359"/>
                    <a:pt x="16383" y="72009"/>
                    <a:pt x="11938" y="65532"/>
                  </a:cubicBezTo>
                  <a:cubicBezTo>
                    <a:pt x="11811" y="65405"/>
                    <a:pt x="11684" y="65151"/>
                    <a:pt x="11684" y="65024"/>
                  </a:cubicBezTo>
                  <a:cubicBezTo>
                    <a:pt x="7874" y="58039"/>
                    <a:pt x="4826" y="50927"/>
                    <a:pt x="2540" y="43180"/>
                  </a:cubicBezTo>
                  <a:cubicBezTo>
                    <a:pt x="2540" y="43053"/>
                    <a:pt x="2413" y="42799"/>
                    <a:pt x="2413" y="42672"/>
                  </a:cubicBezTo>
                  <a:cubicBezTo>
                    <a:pt x="1016" y="35433"/>
                    <a:pt x="254" y="28321"/>
                    <a:pt x="0" y="5715"/>
                  </a:cubicBezTo>
                  <a:cubicBezTo>
                    <a:pt x="0" y="2540"/>
                    <a:pt x="2413" y="0"/>
                    <a:pt x="5588" y="0"/>
                  </a:cubicBezTo>
                  <a:cubicBezTo>
                    <a:pt x="8763" y="0"/>
                    <a:pt x="11303" y="2413"/>
                    <a:pt x="11303" y="55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96062" y="440050"/>
              <a:ext cx="11562" cy="31501"/>
            </a:xfrm>
            <a:custGeom>
              <a:avLst/>
              <a:gdLst/>
              <a:ahLst/>
              <a:cxnLst/>
              <a:rect r="r" b="b" t="t" l="l"/>
              <a:pathLst>
                <a:path h="31501" w="11562">
                  <a:moveTo>
                    <a:pt x="11557" y="5847"/>
                  </a:moveTo>
                  <a:cubicBezTo>
                    <a:pt x="11430" y="11562"/>
                    <a:pt x="11303" y="18293"/>
                    <a:pt x="11303" y="25913"/>
                  </a:cubicBezTo>
                  <a:cubicBezTo>
                    <a:pt x="11303" y="29088"/>
                    <a:pt x="8763" y="31501"/>
                    <a:pt x="5588" y="31501"/>
                  </a:cubicBezTo>
                  <a:cubicBezTo>
                    <a:pt x="2413" y="31501"/>
                    <a:pt x="0" y="28961"/>
                    <a:pt x="0" y="25786"/>
                  </a:cubicBezTo>
                  <a:cubicBezTo>
                    <a:pt x="0" y="18039"/>
                    <a:pt x="127" y="11308"/>
                    <a:pt x="254" y="5466"/>
                  </a:cubicBezTo>
                  <a:cubicBezTo>
                    <a:pt x="381" y="2291"/>
                    <a:pt x="2921" y="-122"/>
                    <a:pt x="6096" y="5"/>
                  </a:cubicBezTo>
                  <a:cubicBezTo>
                    <a:pt x="9271" y="132"/>
                    <a:pt x="11684" y="2672"/>
                    <a:pt x="11557" y="58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96184" y="515107"/>
              <a:ext cx="19937" cy="40765"/>
            </a:xfrm>
            <a:custGeom>
              <a:avLst/>
              <a:gdLst/>
              <a:ahLst/>
              <a:cxnLst/>
              <a:rect r="r" b="b" t="t" l="l"/>
              <a:pathLst>
                <a:path h="40765" w="19937">
                  <a:moveTo>
                    <a:pt x="11308" y="5339"/>
                  </a:moveTo>
                  <a:cubicBezTo>
                    <a:pt x="11562" y="13721"/>
                    <a:pt x="12197" y="17150"/>
                    <a:pt x="12959" y="20452"/>
                  </a:cubicBezTo>
                  <a:lnTo>
                    <a:pt x="7498" y="21849"/>
                  </a:lnTo>
                  <a:lnTo>
                    <a:pt x="12832" y="19944"/>
                  </a:lnTo>
                  <a:cubicBezTo>
                    <a:pt x="13848" y="22865"/>
                    <a:pt x="15118" y="25913"/>
                    <a:pt x="17023" y="29088"/>
                  </a:cubicBezTo>
                  <a:lnTo>
                    <a:pt x="12070" y="31882"/>
                  </a:lnTo>
                  <a:lnTo>
                    <a:pt x="16642" y="28707"/>
                  </a:lnTo>
                  <a:lnTo>
                    <a:pt x="18928" y="31882"/>
                  </a:lnTo>
                  <a:cubicBezTo>
                    <a:pt x="20706" y="34422"/>
                    <a:pt x="20071" y="37978"/>
                    <a:pt x="17531" y="39756"/>
                  </a:cubicBezTo>
                  <a:cubicBezTo>
                    <a:pt x="14991" y="41534"/>
                    <a:pt x="11435" y="40899"/>
                    <a:pt x="9657" y="38359"/>
                  </a:cubicBezTo>
                  <a:lnTo>
                    <a:pt x="7371" y="35184"/>
                  </a:lnTo>
                  <a:cubicBezTo>
                    <a:pt x="7244" y="35057"/>
                    <a:pt x="7117" y="34930"/>
                    <a:pt x="7117" y="34676"/>
                  </a:cubicBezTo>
                  <a:cubicBezTo>
                    <a:pt x="5085" y="30866"/>
                    <a:pt x="3434" y="27310"/>
                    <a:pt x="2164" y="23754"/>
                  </a:cubicBezTo>
                  <a:cubicBezTo>
                    <a:pt x="2164" y="23627"/>
                    <a:pt x="2037" y="23500"/>
                    <a:pt x="2037" y="23246"/>
                  </a:cubicBezTo>
                  <a:cubicBezTo>
                    <a:pt x="1021" y="18928"/>
                    <a:pt x="386" y="14737"/>
                    <a:pt x="5" y="5847"/>
                  </a:cubicBezTo>
                  <a:cubicBezTo>
                    <a:pt x="-122" y="2672"/>
                    <a:pt x="2291" y="132"/>
                    <a:pt x="5466" y="5"/>
                  </a:cubicBezTo>
                  <a:cubicBezTo>
                    <a:pt x="8641" y="-122"/>
                    <a:pt x="11181" y="2291"/>
                    <a:pt x="11308" y="546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72824" y="419845"/>
              <a:ext cx="18021" cy="33205"/>
            </a:xfrm>
            <a:custGeom>
              <a:avLst/>
              <a:gdLst/>
              <a:ahLst/>
              <a:cxnLst/>
              <a:rect r="r" b="b" t="t" l="l"/>
              <a:pathLst>
                <a:path h="33205" w="18021">
                  <a:moveTo>
                    <a:pt x="6677" y="28211"/>
                  </a:moveTo>
                  <a:cubicBezTo>
                    <a:pt x="6042" y="22750"/>
                    <a:pt x="4772" y="17289"/>
                    <a:pt x="3121" y="12844"/>
                  </a:cubicBezTo>
                  <a:lnTo>
                    <a:pt x="8455" y="10812"/>
                  </a:lnTo>
                  <a:lnTo>
                    <a:pt x="3502" y="13479"/>
                  </a:lnTo>
                  <a:lnTo>
                    <a:pt x="708" y="8272"/>
                  </a:lnTo>
                  <a:cubicBezTo>
                    <a:pt x="-816" y="5478"/>
                    <a:pt x="200" y="2049"/>
                    <a:pt x="2994" y="652"/>
                  </a:cubicBezTo>
                  <a:cubicBezTo>
                    <a:pt x="5788" y="-745"/>
                    <a:pt x="9217" y="144"/>
                    <a:pt x="10614" y="2938"/>
                  </a:cubicBezTo>
                  <a:lnTo>
                    <a:pt x="13408" y="8145"/>
                  </a:lnTo>
                  <a:cubicBezTo>
                    <a:pt x="13535" y="8399"/>
                    <a:pt x="13662" y="8526"/>
                    <a:pt x="13662" y="8780"/>
                  </a:cubicBezTo>
                  <a:cubicBezTo>
                    <a:pt x="15694" y="14114"/>
                    <a:pt x="17345" y="20591"/>
                    <a:pt x="17980" y="26941"/>
                  </a:cubicBezTo>
                  <a:cubicBezTo>
                    <a:pt x="18361" y="29989"/>
                    <a:pt x="16075" y="32783"/>
                    <a:pt x="12900" y="33164"/>
                  </a:cubicBezTo>
                  <a:cubicBezTo>
                    <a:pt x="9725" y="33545"/>
                    <a:pt x="7058" y="31259"/>
                    <a:pt x="6677" y="280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96438" y="400666"/>
              <a:ext cx="86359" cy="50697"/>
            </a:xfrm>
            <a:custGeom>
              <a:avLst/>
              <a:gdLst/>
              <a:ahLst/>
              <a:cxnLst/>
              <a:rect r="r" b="b" t="t" l="l"/>
              <a:pathLst>
                <a:path h="50697" w="86359">
                  <a:moveTo>
                    <a:pt x="76205" y="26816"/>
                  </a:moveTo>
                  <a:cubicBezTo>
                    <a:pt x="74046" y="23768"/>
                    <a:pt x="71506" y="21101"/>
                    <a:pt x="68585" y="18815"/>
                  </a:cubicBezTo>
                  <a:lnTo>
                    <a:pt x="72014" y="14370"/>
                  </a:lnTo>
                  <a:lnTo>
                    <a:pt x="68585" y="18815"/>
                  </a:lnTo>
                  <a:cubicBezTo>
                    <a:pt x="65664" y="16529"/>
                    <a:pt x="62362" y="14751"/>
                    <a:pt x="58933" y="13481"/>
                  </a:cubicBezTo>
                  <a:cubicBezTo>
                    <a:pt x="55377" y="12211"/>
                    <a:pt x="51821" y="11576"/>
                    <a:pt x="48138" y="11449"/>
                  </a:cubicBezTo>
                  <a:lnTo>
                    <a:pt x="48392" y="5861"/>
                  </a:lnTo>
                  <a:lnTo>
                    <a:pt x="48138" y="11449"/>
                  </a:lnTo>
                  <a:cubicBezTo>
                    <a:pt x="44455" y="11322"/>
                    <a:pt x="40772" y="11830"/>
                    <a:pt x="37216" y="12846"/>
                  </a:cubicBezTo>
                  <a:lnTo>
                    <a:pt x="35692" y="7385"/>
                  </a:lnTo>
                  <a:lnTo>
                    <a:pt x="37216" y="12846"/>
                  </a:lnTo>
                  <a:cubicBezTo>
                    <a:pt x="33660" y="13862"/>
                    <a:pt x="30231" y="15386"/>
                    <a:pt x="27183" y="17418"/>
                  </a:cubicBezTo>
                  <a:cubicBezTo>
                    <a:pt x="24135" y="19450"/>
                    <a:pt x="21341" y="21990"/>
                    <a:pt x="19055" y="24911"/>
                  </a:cubicBezTo>
                  <a:cubicBezTo>
                    <a:pt x="16769" y="27832"/>
                    <a:pt x="14991" y="31007"/>
                    <a:pt x="13594" y="34563"/>
                  </a:cubicBezTo>
                  <a:cubicBezTo>
                    <a:pt x="12324" y="37992"/>
                    <a:pt x="11562" y="41675"/>
                    <a:pt x="11308" y="45358"/>
                  </a:cubicBezTo>
                  <a:cubicBezTo>
                    <a:pt x="11181" y="48533"/>
                    <a:pt x="8514" y="50819"/>
                    <a:pt x="5339" y="50692"/>
                  </a:cubicBezTo>
                  <a:cubicBezTo>
                    <a:pt x="2164" y="50565"/>
                    <a:pt x="-122" y="47898"/>
                    <a:pt x="5" y="44723"/>
                  </a:cubicBezTo>
                  <a:cubicBezTo>
                    <a:pt x="259" y="39770"/>
                    <a:pt x="1275" y="35071"/>
                    <a:pt x="2926" y="30499"/>
                  </a:cubicBezTo>
                  <a:lnTo>
                    <a:pt x="8260" y="32531"/>
                  </a:lnTo>
                  <a:lnTo>
                    <a:pt x="2926" y="30499"/>
                  </a:lnTo>
                  <a:cubicBezTo>
                    <a:pt x="4704" y="25927"/>
                    <a:pt x="6990" y="21736"/>
                    <a:pt x="10038" y="17799"/>
                  </a:cubicBezTo>
                  <a:lnTo>
                    <a:pt x="14483" y="21355"/>
                  </a:lnTo>
                  <a:lnTo>
                    <a:pt x="10038" y="17799"/>
                  </a:lnTo>
                  <a:cubicBezTo>
                    <a:pt x="13086" y="13989"/>
                    <a:pt x="16642" y="10687"/>
                    <a:pt x="20706" y="7893"/>
                  </a:cubicBezTo>
                  <a:lnTo>
                    <a:pt x="23881" y="12592"/>
                  </a:lnTo>
                  <a:lnTo>
                    <a:pt x="20706" y="7893"/>
                  </a:lnTo>
                  <a:cubicBezTo>
                    <a:pt x="24770" y="5226"/>
                    <a:pt x="29215" y="3194"/>
                    <a:pt x="33914" y="1797"/>
                  </a:cubicBezTo>
                  <a:cubicBezTo>
                    <a:pt x="38613" y="400"/>
                    <a:pt x="43439" y="-108"/>
                    <a:pt x="48392" y="19"/>
                  </a:cubicBezTo>
                  <a:cubicBezTo>
                    <a:pt x="53345" y="146"/>
                    <a:pt x="58044" y="1162"/>
                    <a:pt x="62616" y="2813"/>
                  </a:cubicBezTo>
                  <a:lnTo>
                    <a:pt x="60711" y="8147"/>
                  </a:lnTo>
                  <a:lnTo>
                    <a:pt x="62616" y="2813"/>
                  </a:lnTo>
                  <a:cubicBezTo>
                    <a:pt x="67188" y="4464"/>
                    <a:pt x="71506" y="6750"/>
                    <a:pt x="75316" y="9798"/>
                  </a:cubicBezTo>
                  <a:cubicBezTo>
                    <a:pt x="79253" y="12846"/>
                    <a:pt x="82555" y="16275"/>
                    <a:pt x="85349" y="20339"/>
                  </a:cubicBezTo>
                  <a:cubicBezTo>
                    <a:pt x="87127" y="22879"/>
                    <a:pt x="86492" y="26435"/>
                    <a:pt x="83952" y="28213"/>
                  </a:cubicBezTo>
                  <a:cubicBezTo>
                    <a:pt x="81412" y="29991"/>
                    <a:pt x="77856" y="29356"/>
                    <a:pt x="76078" y="268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71781" y="418674"/>
              <a:ext cx="12264" cy="12408"/>
            </a:xfrm>
            <a:custGeom>
              <a:avLst/>
              <a:gdLst/>
              <a:ahLst/>
              <a:cxnLst/>
              <a:rect r="r" b="b" t="t" l="l"/>
              <a:pathLst>
                <a:path h="12408" w="12264">
                  <a:moveTo>
                    <a:pt x="10133" y="2204"/>
                  </a:moveTo>
                  <a:lnTo>
                    <a:pt x="11149" y="3474"/>
                  </a:lnTo>
                  <a:cubicBezTo>
                    <a:pt x="13054" y="6014"/>
                    <a:pt x="12419" y="9570"/>
                    <a:pt x="10006" y="11348"/>
                  </a:cubicBezTo>
                  <a:cubicBezTo>
                    <a:pt x="7593" y="13126"/>
                    <a:pt x="3910" y="12618"/>
                    <a:pt x="2132" y="10205"/>
                  </a:cubicBezTo>
                  <a:lnTo>
                    <a:pt x="1116" y="8935"/>
                  </a:lnTo>
                  <a:cubicBezTo>
                    <a:pt x="-789" y="6395"/>
                    <a:pt x="-154" y="2839"/>
                    <a:pt x="2259" y="1061"/>
                  </a:cubicBezTo>
                  <a:cubicBezTo>
                    <a:pt x="4672" y="-717"/>
                    <a:pt x="8355" y="-209"/>
                    <a:pt x="10133" y="22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37591" y="590677"/>
              <a:ext cx="11684" cy="76327"/>
            </a:xfrm>
            <a:custGeom>
              <a:avLst/>
              <a:gdLst/>
              <a:ahLst/>
              <a:cxnLst/>
              <a:rect r="r" b="b" t="t" l="l"/>
              <a:pathLst>
                <a:path h="76327" w="11684">
                  <a:moveTo>
                    <a:pt x="11684" y="5715"/>
                  </a:moveTo>
                  <a:lnTo>
                    <a:pt x="11303" y="70739"/>
                  </a:lnTo>
                  <a:cubicBezTo>
                    <a:pt x="11303" y="73914"/>
                    <a:pt x="8763" y="76327"/>
                    <a:pt x="5588" y="76327"/>
                  </a:cubicBezTo>
                  <a:cubicBezTo>
                    <a:pt x="2413" y="76327"/>
                    <a:pt x="0" y="73787"/>
                    <a:pt x="0" y="70612"/>
                  </a:cubicBezTo>
                  <a:lnTo>
                    <a:pt x="381" y="5588"/>
                  </a:lnTo>
                  <a:cubicBezTo>
                    <a:pt x="381" y="2413"/>
                    <a:pt x="2921" y="0"/>
                    <a:pt x="6096" y="0"/>
                  </a:cubicBezTo>
                  <a:cubicBezTo>
                    <a:pt x="9271" y="0"/>
                    <a:pt x="11684" y="2540"/>
                    <a:pt x="11684" y="57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84632" y="655828"/>
              <a:ext cx="116332" cy="11176"/>
            </a:xfrm>
            <a:custGeom>
              <a:avLst/>
              <a:gdLst/>
              <a:ahLst/>
              <a:cxnLst/>
              <a:rect r="r" b="b" t="t" l="l"/>
              <a:pathLst>
                <a:path h="11176" w="116332">
                  <a:moveTo>
                    <a:pt x="5588" y="0"/>
                  </a:moveTo>
                  <a:lnTo>
                    <a:pt x="110744" y="0"/>
                  </a:lnTo>
                  <a:cubicBezTo>
                    <a:pt x="113919" y="0"/>
                    <a:pt x="116332" y="2540"/>
                    <a:pt x="116332" y="5588"/>
                  </a:cubicBezTo>
                  <a:cubicBezTo>
                    <a:pt x="116332" y="8636"/>
                    <a:pt x="113792" y="11176"/>
                    <a:pt x="110744" y="11176"/>
                  </a:cubicBezTo>
                  <a:lnTo>
                    <a:pt x="5588" y="11176"/>
                  </a:lnTo>
                  <a:cubicBezTo>
                    <a:pt x="2413" y="11176"/>
                    <a:pt x="0" y="8636"/>
                    <a:pt x="0" y="5588"/>
                  </a:cubicBezTo>
                  <a:cubicBezTo>
                    <a:pt x="0" y="2540"/>
                    <a:pt x="2540" y="0"/>
                    <a:pt x="55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4942" y="518028"/>
              <a:ext cx="85789" cy="54250"/>
            </a:xfrm>
            <a:custGeom>
              <a:avLst/>
              <a:gdLst/>
              <a:ahLst/>
              <a:cxnLst/>
              <a:rect r="r" b="b" t="t" l="l"/>
              <a:pathLst>
                <a:path h="54250" w="85789">
                  <a:moveTo>
                    <a:pt x="9916" y="28707"/>
                  </a:moveTo>
                  <a:cubicBezTo>
                    <a:pt x="12202" y="31755"/>
                    <a:pt x="14869" y="34422"/>
                    <a:pt x="18044" y="36581"/>
                  </a:cubicBezTo>
                  <a:lnTo>
                    <a:pt x="14869" y="41153"/>
                  </a:lnTo>
                  <a:lnTo>
                    <a:pt x="18044" y="36581"/>
                  </a:lnTo>
                  <a:cubicBezTo>
                    <a:pt x="21219" y="38740"/>
                    <a:pt x="24521" y="40391"/>
                    <a:pt x="28204" y="41534"/>
                  </a:cubicBezTo>
                  <a:cubicBezTo>
                    <a:pt x="31887" y="42677"/>
                    <a:pt x="35570" y="43185"/>
                    <a:pt x="39380" y="43058"/>
                  </a:cubicBezTo>
                  <a:lnTo>
                    <a:pt x="39507" y="48646"/>
                  </a:lnTo>
                  <a:lnTo>
                    <a:pt x="39380" y="43058"/>
                  </a:lnTo>
                  <a:cubicBezTo>
                    <a:pt x="43190" y="42931"/>
                    <a:pt x="46873" y="42296"/>
                    <a:pt x="50556" y="41026"/>
                  </a:cubicBezTo>
                  <a:lnTo>
                    <a:pt x="52461" y="46360"/>
                  </a:lnTo>
                  <a:lnTo>
                    <a:pt x="50556" y="41026"/>
                  </a:lnTo>
                  <a:cubicBezTo>
                    <a:pt x="54112" y="39756"/>
                    <a:pt x="57414" y="37978"/>
                    <a:pt x="60462" y="35565"/>
                  </a:cubicBezTo>
                  <a:lnTo>
                    <a:pt x="63891" y="40010"/>
                  </a:lnTo>
                  <a:lnTo>
                    <a:pt x="60462" y="35565"/>
                  </a:lnTo>
                  <a:cubicBezTo>
                    <a:pt x="63510" y="33279"/>
                    <a:pt x="66050" y="30485"/>
                    <a:pt x="68209" y="27310"/>
                  </a:cubicBezTo>
                  <a:cubicBezTo>
                    <a:pt x="70368" y="24135"/>
                    <a:pt x="71892" y="20706"/>
                    <a:pt x="73035" y="17023"/>
                  </a:cubicBezTo>
                  <a:lnTo>
                    <a:pt x="78496" y="18547"/>
                  </a:lnTo>
                  <a:lnTo>
                    <a:pt x="73035" y="17023"/>
                  </a:lnTo>
                  <a:cubicBezTo>
                    <a:pt x="74051" y="13340"/>
                    <a:pt x="74559" y="9657"/>
                    <a:pt x="74432" y="5847"/>
                  </a:cubicBezTo>
                  <a:cubicBezTo>
                    <a:pt x="74305" y="2672"/>
                    <a:pt x="76718" y="132"/>
                    <a:pt x="79893" y="5"/>
                  </a:cubicBezTo>
                  <a:cubicBezTo>
                    <a:pt x="83068" y="-122"/>
                    <a:pt x="85608" y="2291"/>
                    <a:pt x="85735" y="5466"/>
                  </a:cubicBezTo>
                  <a:cubicBezTo>
                    <a:pt x="85989" y="10419"/>
                    <a:pt x="85354" y="15372"/>
                    <a:pt x="83957" y="20198"/>
                  </a:cubicBezTo>
                  <a:cubicBezTo>
                    <a:pt x="82560" y="25024"/>
                    <a:pt x="80528" y="29469"/>
                    <a:pt x="77734" y="33660"/>
                  </a:cubicBezTo>
                  <a:lnTo>
                    <a:pt x="73035" y="30485"/>
                  </a:lnTo>
                  <a:lnTo>
                    <a:pt x="77734" y="33660"/>
                  </a:lnTo>
                  <a:cubicBezTo>
                    <a:pt x="74940" y="37851"/>
                    <a:pt x="71511" y="41407"/>
                    <a:pt x="67574" y="44455"/>
                  </a:cubicBezTo>
                  <a:cubicBezTo>
                    <a:pt x="63637" y="47503"/>
                    <a:pt x="59192" y="49916"/>
                    <a:pt x="54493" y="51567"/>
                  </a:cubicBezTo>
                  <a:cubicBezTo>
                    <a:pt x="49794" y="53218"/>
                    <a:pt x="44841" y="54107"/>
                    <a:pt x="39888" y="54234"/>
                  </a:cubicBezTo>
                  <a:cubicBezTo>
                    <a:pt x="34808" y="54361"/>
                    <a:pt x="29982" y="53726"/>
                    <a:pt x="25156" y="52202"/>
                  </a:cubicBezTo>
                  <a:lnTo>
                    <a:pt x="26807" y="46741"/>
                  </a:lnTo>
                  <a:lnTo>
                    <a:pt x="25156" y="52202"/>
                  </a:lnTo>
                  <a:cubicBezTo>
                    <a:pt x="20330" y="50805"/>
                    <a:pt x="15885" y="48646"/>
                    <a:pt x="11821" y="45725"/>
                  </a:cubicBezTo>
                  <a:cubicBezTo>
                    <a:pt x="7757" y="42804"/>
                    <a:pt x="4201" y="39375"/>
                    <a:pt x="1153" y="35438"/>
                  </a:cubicBezTo>
                  <a:cubicBezTo>
                    <a:pt x="-752" y="32898"/>
                    <a:pt x="-244" y="29342"/>
                    <a:pt x="2296" y="27564"/>
                  </a:cubicBezTo>
                  <a:cubicBezTo>
                    <a:pt x="4836" y="25786"/>
                    <a:pt x="8392" y="26167"/>
                    <a:pt x="10170" y="287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96189" y="460375"/>
              <a:ext cx="11176" cy="65913"/>
            </a:xfrm>
            <a:custGeom>
              <a:avLst/>
              <a:gdLst/>
              <a:ahLst/>
              <a:cxnLst/>
              <a:rect r="r" b="b" t="t" l="l"/>
              <a:pathLst>
                <a:path h="65913" w="11176">
                  <a:moveTo>
                    <a:pt x="11176" y="5588"/>
                  </a:moveTo>
                  <a:lnTo>
                    <a:pt x="11176" y="60325"/>
                  </a:lnTo>
                  <a:cubicBezTo>
                    <a:pt x="11176" y="63500"/>
                    <a:pt x="8636" y="65913"/>
                    <a:pt x="5588" y="65913"/>
                  </a:cubicBezTo>
                  <a:cubicBezTo>
                    <a:pt x="2540" y="65913"/>
                    <a:pt x="0" y="63373"/>
                    <a:pt x="0" y="60325"/>
                  </a:cubicBezTo>
                  <a:lnTo>
                    <a:pt x="0" y="5588"/>
                  </a:lnTo>
                  <a:cubicBezTo>
                    <a:pt x="0" y="2413"/>
                    <a:pt x="2540" y="0"/>
                    <a:pt x="5588" y="0"/>
                  </a:cubicBezTo>
                  <a:cubicBezTo>
                    <a:pt x="8636" y="0"/>
                    <a:pt x="11176" y="2540"/>
                    <a:pt x="11176" y="55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79501" y="441833"/>
              <a:ext cx="11176" cy="87376"/>
            </a:xfrm>
            <a:custGeom>
              <a:avLst/>
              <a:gdLst/>
              <a:ahLst/>
              <a:cxnLst/>
              <a:rect r="r" b="b" t="t" l="l"/>
              <a:pathLst>
                <a:path h="87376" w="11176">
                  <a:moveTo>
                    <a:pt x="0" y="81788"/>
                  </a:moveTo>
                  <a:lnTo>
                    <a:pt x="0" y="5588"/>
                  </a:lnTo>
                  <a:cubicBezTo>
                    <a:pt x="0" y="2413"/>
                    <a:pt x="2540" y="0"/>
                    <a:pt x="5588" y="0"/>
                  </a:cubicBezTo>
                  <a:cubicBezTo>
                    <a:pt x="8636" y="0"/>
                    <a:pt x="11176" y="2540"/>
                    <a:pt x="11176" y="5588"/>
                  </a:cubicBezTo>
                  <a:lnTo>
                    <a:pt x="11176" y="81788"/>
                  </a:lnTo>
                  <a:cubicBezTo>
                    <a:pt x="11176" y="84963"/>
                    <a:pt x="8636" y="87376"/>
                    <a:pt x="5588" y="87376"/>
                  </a:cubicBezTo>
                  <a:cubicBezTo>
                    <a:pt x="2540" y="87376"/>
                    <a:pt x="0" y="84836"/>
                    <a:pt x="0" y="817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93722" y="969978"/>
            <a:ext cx="5470522" cy="2279647"/>
            <a:chOff x="0" y="0"/>
            <a:chExt cx="5470525" cy="22796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5343398" cy="2152523"/>
            </a:xfrm>
            <a:custGeom>
              <a:avLst/>
              <a:gdLst/>
              <a:ahLst/>
              <a:cxnLst/>
              <a:rect r="r" b="b" t="t" l="l"/>
              <a:pathLst>
                <a:path h="2152523" w="5343398">
                  <a:moveTo>
                    <a:pt x="0" y="2129028"/>
                  </a:moveTo>
                  <a:lnTo>
                    <a:pt x="0" y="23622"/>
                  </a:lnTo>
                  <a:cubicBezTo>
                    <a:pt x="0" y="20447"/>
                    <a:pt x="635" y="17526"/>
                    <a:pt x="1778" y="14605"/>
                  </a:cubicBezTo>
                  <a:cubicBezTo>
                    <a:pt x="2921" y="11684"/>
                    <a:pt x="4699" y="9144"/>
                    <a:pt x="6858" y="6985"/>
                  </a:cubicBezTo>
                  <a:cubicBezTo>
                    <a:pt x="9017" y="4826"/>
                    <a:pt x="11684" y="3048"/>
                    <a:pt x="14478" y="1905"/>
                  </a:cubicBezTo>
                  <a:cubicBezTo>
                    <a:pt x="17272" y="762"/>
                    <a:pt x="20447" y="0"/>
                    <a:pt x="23622" y="0"/>
                  </a:cubicBezTo>
                  <a:lnTo>
                    <a:pt x="5319903" y="0"/>
                  </a:lnTo>
                  <a:cubicBezTo>
                    <a:pt x="5323078" y="0"/>
                    <a:pt x="5325999" y="635"/>
                    <a:pt x="5328920" y="1778"/>
                  </a:cubicBezTo>
                  <a:cubicBezTo>
                    <a:pt x="5331841" y="2921"/>
                    <a:pt x="5334381" y="4699"/>
                    <a:pt x="5336540" y="6858"/>
                  </a:cubicBezTo>
                  <a:cubicBezTo>
                    <a:pt x="5338699" y="9017"/>
                    <a:pt x="5340477" y="11684"/>
                    <a:pt x="5341620" y="14478"/>
                  </a:cubicBezTo>
                  <a:cubicBezTo>
                    <a:pt x="5342763" y="17272"/>
                    <a:pt x="5343398" y="20447"/>
                    <a:pt x="5343398" y="23495"/>
                  </a:cubicBezTo>
                  <a:lnTo>
                    <a:pt x="5343398" y="2129028"/>
                  </a:lnTo>
                  <a:cubicBezTo>
                    <a:pt x="5343398" y="2132203"/>
                    <a:pt x="5342763" y="2135124"/>
                    <a:pt x="5341620" y="2138045"/>
                  </a:cubicBezTo>
                  <a:cubicBezTo>
                    <a:pt x="5340477" y="2140966"/>
                    <a:pt x="5338699" y="2143506"/>
                    <a:pt x="5336540" y="2145665"/>
                  </a:cubicBezTo>
                  <a:cubicBezTo>
                    <a:pt x="5334381" y="2147824"/>
                    <a:pt x="5331714" y="2149602"/>
                    <a:pt x="5328920" y="2150745"/>
                  </a:cubicBezTo>
                  <a:cubicBezTo>
                    <a:pt x="5326126" y="2151888"/>
                    <a:pt x="5322951" y="2152523"/>
                    <a:pt x="5319903" y="2152523"/>
                  </a:cubicBezTo>
                  <a:lnTo>
                    <a:pt x="23622" y="2152523"/>
                  </a:lnTo>
                  <a:cubicBezTo>
                    <a:pt x="20447" y="2152523"/>
                    <a:pt x="17526" y="2151888"/>
                    <a:pt x="14605" y="2150745"/>
                  </a:cubicBezTo>
                  <a:cubicBezTo>
                    <a:pt x="11684" y="2149602"/>
                    <a:pt x="9144" y="2147824"/>
                    <a:pt x="6985" y="2145665"/>
                  </a:cubicBezTo>
                  <a:cubicBezTo>
                    <a:pt x="4826" y="2143506"/>
                    <a:pt x="3048" y="2140839"/>
                    <a:pt x="1905" y="2138045"/>
                  </a:cubicBezTo>
                  <a:cubicBezTo>
                    <a:pt x="762" y="2135251"/>
                    <a:pt x="127" y="2132076"/>
                    <a:pt x="127" y="2129028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4000" y="25400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571500" y="285750"/>
                  </a:moveTo>
                  <a:cubicBezTo>
                    <a:pt x="571500" y="295148"/>
                    <a:pt x="570992" y="304419"/>
                    <a:pt x="570103" y="313817"/>
                  </a:cubicBezTo>
                  <a:cubicBezTo>
                    <a:pt x="569214" y="323215"/>
                    <a:pt x="567817" y="332359"/>
                    <a:pt x="566039" y="341503"/>
                  </a:cubicBezTo>
                  <a:cubicBezTo>
                    <a:pt x="564261" y="350647"/>
                    <a:pt x="561975" y="359791"/>
                    <a:pt x="559181" y="368681"/>
                  </a:cubicBezTo>
                  <a:cubicBezTo>
                    <a:pt x="556387" y="377571"/>
                    <a:pt x="553339" y="386461"/>
                    <a:pt x="549783" y="395097"/>
                  </a:cubicBezTo>
                  <a:cubicBezTo>
                    <a:pt x="546227" y="403733"/>
                    <a:pt x="542163" y="412242"/>
                    <a:pt x="537845" y="420497"/>
                  </a:cubicBezTo>
                  <a:cubicBezTo>
                    <a:pt x="533527" y="428752"/>
                    <a:pt x="528574" y="436753"/>
                    <a:pt x="523367" y="444500"/>
                  </a:cubicBezTo>
                  <a:cubicBezTo>
                    <a:pt x="518160" y="452247"/>
                    <a:pt x="512572" y="459740"/>
                    <a:pt x="506603" y="466979"/>
                  </a:cubicBezTo>
                  <a:cubicBezTo>
                    <a:pt x="500634" y="474218"/>
                    <a:pt x="494411" y="481076"/>
                    <a:pt x="487807" y="487807"/>
                  </a:cubicBezTo>
                  <a:cubicBezTo>
                    <a:pt x="481203" y="494538"/>
                    <a:pt x="474218" y="500761"/>
                    <a:pt x="466979" y="506603"/>
                  </a:cubicBezTo>
                  <a:cubicBezTo>
                    <a:pt x="459740" y="512445"/>
                    <a:pt x="452247" y="518160"/>
                    <a:pt x="444500" y="523367"/>
                  </a:cubicBezTo>
                  <a:cubicBezTo>
                    <a:pt x="436753" y="528574"/>
                    <a:pt x="428752" y="533400"/>
                    <a:pt x="420497" y="537845"/>
                  </a:cubicBezTo>
                  <a:cubicBezTo>
                    <a:pt x="412242" y="542290"/>
                    <a:pt x="403733" y="546227"/>
                    <a:pt x="395097" y="549783"/>
                  </a:cubicBezTo>
                  <a:cubicBezTo>
                    <a:pt x="386461" y="553339"/>
                    <a:pt x="377698" y="556514"/>
                    <a:pt x="368681" y="559181"/>
                  </a:cubicBezTo>
                  <a:cubicBezTo>
                    <a:pt x="359664" y="561848"/>
                    <a:pt x="350647" y="564134"/>
                    <a:pt x="341503" y="566039"/>
                  </a:cubicBezTo>
                  <a:cubicBezTo>
                    <a:pt x="332359" y="567944"/>
                    <a:pt x="323088" y="569214"/>
                    <a:pt x="313817" y="570103"/>
                  </a:cubicBezTo>
                  <a:cubicBezTo>
                    <a:pt x="304546" y="570992"/>
                    <a:pt x="295148" y="571500"/>
                    <a:pt x="285750" y="571500"/>
                  </a:cubicBezTo>
                  <a:cubicBezTo>
                    <a:pt x="276352" y="571500"/>
                    <a:pt x="267081" y="570992"/>
                    <a:pt x="257683" y="570103"/>
                  </a:cubicBezTo>
                  <a:cubicBezTo>
                    <a:pt x="248285" y="569214"/>
                    <a:pt x="239141" y="567817"/>
                    <a:pt x="229997" y="566039"/>
                  </a:cubicBezTo>
                  <a:cubicBezTo>
                    <a:pt x="220853" y="564261"/>
                    <a:pt x="211709" y="561975"/>
                    <a:pt x="202819" y="559181"/>
                  </a:cubicBezTo>
                  <a:cubicBezTo>
                    <a:pt x="193929" y="556387"/>
                    <a:pt x="185039" y="553339"/>
                    <a:pt x="176403" y="549783"/>
                  </a:cubicBezTo>
                  <a:cubicBezTo>
                    <a:pt x="167767" y="546227"/>
                    <a:pt x="159258" y="542163"/>
                    <a:pt x="151003" y="537845"/>
                  </a:cubicBezTo>
                  <a:cubicBezTo>
                    <a:pt x="142748" y="533527"/>
                    <a:pt x="134747" y="528574"/>
                    <a:pt x="127000" y="523367"/>
                  </a:cubicBezTo>
                  <a:cubicBezTo>
                    <a:pt x="119253" y="518160"/>
                    <a:pt x="111760" y="512572"/>
                    <a:pt x="104521" y="506603"/>
                  </a:cubicBezTo>
                  <a:cubicBezTo>
                    <a:pt x="97282" y="500634"/>
                    <a:pt x="90424" y="494411"/>
                    <a:pt x="83693" y="487807"/>
                  </a:cubicBezTo>
                  <a:cubicBezTo>
                    <a:pt x="76962" y="481203"/>
                    <a:pt x="70739" y="474218"/>
                    <a:pt x="64897" y="466979"/>
                  </a:cubicBezTo>
                  <a:cubicBezTo>
                    <a:pt x="59055" y="459740"/>
                    <a:pt x="53340" y="452247"/>
                    <a:pt x="48133" y="444500"/>
                  </a:cubicBezTo>
                  <a:cubicBezTo>
                    <a:pt x="42926" y="436753"/>
                    <a:pt x="38100" y="428752"/>
                    <a:pt x="33655" y="420497"/>
                  </a:cubicBezTo>
                  <a:cubicBezTo>
                    <a:pt x="29210" y="412242"/>
                    <a:pt x="25273" y="403733"/>
                    <a:pt x="21717" y="395097"/>
                  </a:cubicBezTo>
                  <a:cubicBezTo>
                    <a:pt x="18161" y="386461"/>
                    <a:pt x="14986" y="377698"/>
                    <a:pt x="12319" y="368681"/>
                  </a:cubicBezTo>
                  <a:cubicBezTo>
                    <a:pt x="9652" y="359664"/>
                    <a:pt x="7366" y="350647"/>
                    <a:pt x="5461" y="341503"/>
                  </a:cubicBezTo>
                  <a:cubicBezTo>
                    <a:pt x="3556" y="332359"/>
                    <a:pt x="2286" y="323088"/>
                    <a:pt x="1397" y="313817"/>
                  </a:cubicBezTo>
                  <a:cubicBezTo>
                    <a:pt x="508" y="304546"/>
                    <a:pt x="0" y="295148"/>
                    <a:pt x="0" y="285750"/>
                  </a:cubicBezTo>
                  <a:cubicBezTo>
                    <a:pt x="0" y="276352"/>
                    <a:pt x="508" y="267081"/>
                    <a:pt x="1397" y="257683"/>
                  </a:cubicBezTo>
                  <a:cubicBezTo>
                    <a:pt x="2286" y="248285"/>
                    <a:pt x="3683" y="239141"/>
                    <a:pt x="5461" y="229997"/>
                  </a:cubicBezTo>
                  <a:cubicBezTo>
                    <a:pt x="7239" y="220853"/>
                    <a:pt x="9525" y="211709"/>
                    <a:pt x="12319" y="202819"/>
                  </a:cubicBezTo>
                  <a:cubicBezTo>
                    <a:pt x="15113" y="193929"/>
                    <a:pt x="18161" y="185039"/>
                    <a:pt x="21717" y="176403"/>
                  </a:cubicBezTo>
                  <a:cubicBezTo>
                    <a:pt x="25273" y="167767"/>
                    <a:pt x="29337" y="159258"/>
                    <a:pt x="33655" y="151003"/>
                  </a:cubicBezTo>
                  <a:cubicBezTo>
                    <a:pt x="37973" y="142748"/>
                    <a:pt x="42926" y="134747"/>
                    <a:pt x="48133" y="127000"/>
                  </a:cubicBezTo>
                  <a:cubicBezTo>
                    <a:pt x="53340" y="119253"/>
                    <a:pt x="58928" y="111760"/>
                    <a:pt x="64897" y="104521"/>
                  </a:cubicBezTo>
                  <a:cubicBezTo>
                    <a:pt x="70866" y="97282"/>
                    <a:pt x="77089" y="90424"/>
                    <a:pt x="83693" y="83693"/>
                  </a:cubicBezTo>
                  <a:cubicBezTo>
                    <a:pt x="90297" y="76962"/>
                    <a:pt x="97282" y="70739"/>
                    <a:pt x="104521" y="64897"/>
                  </a:cubicBezTo>
                  <a:cubicBezTo>
                    <a:pt x="111760" y="59055"/>
                    <a:pt x="119253" y="53340"/>
                    <a:pt x="127000" y="48133"/>
                  </a:cubicBezTo>
                  <a:cubicBezTo>
                    <a:pt x="134747" y="42926"/>
                    <a:pt x="142748" y="38100"/>
                    <a:pt x="151003" y="33655"/>
                  </a:cubicBezTo>
                  <a:cubicBezTo>
                    <a:pt x="159258" y="29210"/>
                    <a:pt x="167767" y="25273"/>
                    <a:pt x="176403" y="21717"/>
                  </a:cubicBezTo>
                  <a:cubicBezTo>
                    <a:pt x="185039" y="18161"/>
                    <a:pt x="193802" y="14986"/>
                    <a:pt x="202819" y="12319"/>
                  </a:cubicBezTo>
                  <a:cubicBezTo>
                    <a:pt x="211836" y="9652"/>
                    <a:pt x="220853" y="7366"/>
                    <a:pt x="229997" y="5461"/>
                  </a:cubicBezTo>
                  <a:cubicBezTo>
                    <a:pt x="239141" y="3556"/>
                    <a:pt x="248412" y="2286"/>
                    <a:pt x="257683" y="1397"/>
                  </a:cubicBezTo>
                  <a:cubicBezTo>
                    <a:pt x="266954" y="508"/>
                    <a:pt x="276352" y="0"/>
                    <a:pt x="285750" y="0"/>
                  </a:cubicBezTo>
                  <a:cubicBezTo>
                    <a:pt x="295148" y="0"/>
                    <a:pt x="304419" y="508"/>
                    <a:pt x="313817" y="1397"/>
                  </a:cubicBezTo>
                  <a:cubicBezTo>
                    <a:pt x="323215" y="2286"/>
                    <a:pt x="332359" y="3683"/>
                    <a:pt x="341503" y="5461"/>
                  </a:cubicBezTo>
                  <a:cubicBezTo>
                    <a:pt x="350647" y="7239"/>
                    <a:pt x="359791" y="9525"/>
                    <a:pt x="368681" y="12319"/>
                  </a:cubicBezTo>
                  <a:cubicBezTo>
                    <a:pt x="377571" y="15113"/>
                    <a:pt x="386461" y="18161"/>
                    <a:pt x="395097" y="21717"/>
                  </a:cubicBezTo>
                  <a:cubicBezTo>
                    <a:pt x="403733" y="25273"/>
                    <a:pt x="412242" y="29337"/>
                    <a:pt x="420497" y="33655"/>
                  </a:cubicBezTo>
                  <a:cubicBezTo>
                    <a:pt x="428752" y="37973"/>
                    <a:pt x="436753" y="42926"/>
                    <a:pt x="444500" y="48133"/>
                  </a:cubicBezTo>
                  <a:cubicBezTo>
                    <a:pt x="452247" y="53340"/>
                    <a:pt x="459740" y="58928"/>
                    <a:pt x="466979" y="64897"/>
                  </a:cubicBezTo>
                  <a:cubicBezTo>
                    <a:pt x="474218" y="70866"/>
                    <a:pt x="481076" y="77089"/>
                    <a:pt x="487807" y="83693"/>
                  </a:cubicBezTo>
                  <a:cubicBezTo>
                    <a:pt x="494538" y="90297"/>
                    <a:pt x="500761" y="97282"/>
                    <a:pt x="506603" y="104521"/>
                  </a:cubicBezTo>
                  <a:cubicBezTo>
                    <a:pt x="512445" y="111760"/>
                    <a:pt x="518160" y="119253"/>
                    <a:pt x="523367" y="127000"/>
                  </a:cubicBezTo>
                  <a:cubicBezTo>
                    <a:pt x="528574" y="134747"/>
                    <a:pt x="533400" y="142748"/>
                    <a:pt x="537845" y="151003"/>
                  </a:cubicBezTo>
                  <a:cubicBezTo>
                    <a:pt x="542290" y="159258"/>
                    <a:pt x="546227" y="167767"/>
                    <a:pt x="549783" y="176403"/>
                  </a:cubicBezTo>
                  <a:cubicBezTo>
                    <a:pt x="553339" y="185039"/>
                    <a:pt x="556514" y="193802"/>
                    <a:pt x="559181" y="202819"/>
                  </a:cubicBezTo>
                  <a:cubicBezTo>
                    <a:pt x="561848" y="211836"/>
                    <a:pt x="564134" y="220853"/>
                    <a:pt x="566039" y="229997"/>
                  </a:cubicBezTo>
                  <a:cubicBezTo>
                    <a:pt x="567944" y="239141"/>
                    <a:pt x="569214" y="248412"/>
                    <a:pt x="570103" y="257683"/>
                  </a:cubicBezTo>
                  <a:cubicBezTo>
                    <a:pt x="570992" y="266954"/>
                    <a:pt x="571500" y="276352"/>
                    <a:pt x="571500" y="2857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66378" y="423916"/>
              <a:ext cx="82342" cy="49642"/>
            </a:xfrm>
            <a:custGeom>
              <a:avLst/>
              <a:gdLst/>
              <a:ahLst/>
              <a:cxnLst/>
              <a:rect r="r" b="b" t="t" l="l"/>
              <a:pathLst>
                <a:path h="49642" w="82342">
                  <a:moveTo>
                    <a:pt x="71975" y="27950"/>
                  </a:moveTo>
                  <a:cubicBezTo>
                    <a:pt x="68038" y="22108"/>
                    <a:pt x="65117" y="18679"/>
                    <a:pt x="61688" y="15885"/>
                  </a:cubicBezTo>
                  <a:lnTo>
                    <a:pt x="65244" y="11567"/>
                  </a:lnTo>
                  <a:lnTo>
                    <a:pt x="62196" y="16266"/>
                  </a:lnTo>
                  <a:cubicBezTo>
                    <a:pt x="60037" y="14869"/>
                    <a:pt x="58005" y="13726"/>
                    <a:pt x="55211" y="12710"/>
                  </a:cubicBezTo>
                  <a:lnTo>
                    <a:pt x="57116" y="7376"/>
                  </a:lnTo>
                  <a:lnTo>
                    <a:pt x="55592" y="12837"/>
                  </a:lnTo>
                  <a:cubicBezTo>
                    <a:pt x="53052" y="12075"/>
                    <a:pt x="47337" y="11186"/>
                    <a:pt x="43527" y="11313"/>
                  </a:cubicBezTo>
                  <a:lnTo>
                    <a:pt x="43400" y="5725"/>
                  </a:lnTo>
                  <a:lnTo>
                    <a:pt x="44162" y="11313"/>
                  </a:lnTo>
                  <a:cubicBezTo>
                    <a:pt x="39463" y="11948"/>
                    <a:pt x="37177" y="12456"/>
                    <a:pt x="31462" y="14488"/>
                  </a:cubicBezTo>
                  <a:lnTo>
                    <a:pt x="29557" y="9154"/>
                  </a:lnTo>
                  <a:lnTo>
                    <a:pt x="32224" y="14107"/>
                  </a:lnTo>
                  <a:cubicBezTo>
                    <a:pt x="28033" y="16393"/>
                    <a:pt x="23842" y="19568"/>
                    <a:pt x="20286" y="23124"/>
                  </a:cubicBezTo>
                  <a:lnTo>
                    <a:pt x="16222" y="19187"/>
                  </a:lnTo>
                  <a:lnTo>
                    <a:pt x="20794" y="22616"/>
                  </a:lnTo>
                  <a:cubicBezTo>
                    <a:pt x="19143" y="24775"/>
                    <a:pt x="17492" y="27442"/>
                    <a:pt x="14317" y="34046"/>
                  </a:cubicBezTo>
                  <a:lnTo>
                    <a:pt x="9237" y="31633"/>
                  </a:lnTo>
                  <a:lnTo>
                    <a:pt x="14571" y="33538"/>
                  </a:lnTo>
                  <a:cubicBezTo>
                    <a:pt x="13555" y="36332"/>
                    <a:pt x="12285" y="40269"/>
                    <a:pt x="11015" y="45476"/>
                  </a:cubicBezTo>
                  <a:cubicBezTo>
                    <a:pt x="10253" y="48524"/>
                    <a:pt x="7078" y="50302"/>
                    <a:pt x="4157" y="49413"/>
                  </a:cubicBezTo>
                  <a:cubicBezTo>
                    <a:pt x="1236" y="48524"/>
                    <a:pt x="-669" y="45476"/>
                    <a:pt x="220" y="42555"/>
                  </a:cubicBezTo>
                  <a:cubicBezTo>
                    <a:pt x="1617" y="37221"/>
                    <a:pt x="3014" y="32903"/>
                    <a:pt x="4157" y="29728"/>
                  </a:cubicBezTo>
                  <a:cubicBezTo>
                    <a:pt x="4157" y="29601"/>
                    <a:pt x="4284" y="29347"/>
                    <a:pt x="4411" y="29220"/>
                  </a:cubicBezTo>
                  <a:cubicBezTo>
                    <a:pt x="7840" y="22235"/>
                    <a:pt x="9872" y="18806"/>
                    <a:pt x="12031" y="15885"/>
                  </a:cubicBezTo>
                  <a:cubicBezTo>
                    <a:pt x="12158" y="15758"/>
                    <a:pt x="12285" y="15504"/>
                    <a:pt x="12412" y="15377"/>
                  </a:cubicBezTo>
                  <a:cubicBezTo>
                    <a:pt x="16730" y="10805"/>
                    <a:pt x="21937" y="6995"/>
                    <a:pt x="27144" y="4074"/>
                  </a:cubicBezTo>
                  <a:cubicBezTo>
                    <a:pt x="27398" y="3947"/>
                    <a:pt x="27652" y="3820"/>
                    <a:pt x="27906" y="3693"/>
                  </a:cubicBezTo>
                  <a:cubicBezTo>
                    <a:pt x="34256" y="1534"/>
                    <a:pt x="37304" y="772"/>
                    <a:pt x="42765" y="10"/>
                  </a:cubicBezTo>
                  <a:cubicBezTo>
                    <a:pt x="43019" y="10"/>
                    <a:pt x="43273" y="10"/>
                    <a:pt x="43400" y="10"/>
                  </a:cubicBezTo>
                  <a:cubicBezTo>
                    <a:pt x="48480" y="-117"/>
                    <a:pt x="55211" y="1026"/>
                    <a:pt x="58767" y="1915"/>
                  </a:cubicBezTo>
                  <a:cubicBezTo>
                    <a:pt x="58894" y="1915"/>
                    <a:pt x="59021" y="2042"/>
                    <a:pt x="59148" y="2042"/>
                  </a:cubicBezTo>
                  <a:cubicBezTo>
                    <a:pt x="62704" y="3312"/>
                    <a:pt x="65498" y="4836"/>
                    <a:pt x="68419" y="6614"/>
                  </a:cubicBezTo>
                  <a:cubicBezTo>
                    <a:pt x="68546" y="6741"/>
                    <a:pt x="68800" y="6868"/>
                    <a:pt x="68927" y="6995"/>
                  </a:cubicBezTo>
                  <a:cubicBezTo>
                    <a:pt x="73372" y="10678"/>
                    <a:pt x="77055" y="14996"/>
                    <a:pt x="81373" y="21473"/>
                  </a:cubicBezTo>
                  <a:cubicBezTo>
                    <a:pt x="83151" y="24013"/>
                    <a:pt x="82389" y="27569"/>
                    <a:pt x="79849" y="29347"/>
                  </a:cubicBezTo>
                  <a:cubicBezTo>
                    <a:pt x="77309" y="31125"/>
                    <a:pt x="73753" y="30363"/>
                    <a:pt x="71975" y="278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65838" y="471223"/>
              <a:ext cx="22377" cy="22504"/>
            </a:xfrm>
            <a:custGeom>
              <a:avLst/>
              <a:gdLst/>
              <a:ahLst/>
              <a:cxnLst/>
              <a:rect r="r" b="b" t="t" l="l"/>
              <a:pathLst>
                <a:path h="22504" w="22377">
                  <a:moveTo>
                    <a:pt x="11123" y="17854"/>
                  </a:moveTo>
                  <a:cubicBezTo>
                    <a:pt x="10869" y="16584"/>
                    <a:pt x="10488" y="15314"/>
                    <a:pt x="9472" y="13663"/>
                  </a:cubicBezTo>
                  <a:lnTo>
                    <a:pt x="14425" y="10869"/>
                  </a:lnTo>
                  <a:lnTo>
                    <a:pt x="10107" y="14425"/>
                  </a:lnTo>
                  <a:cubicBezTo>
                    <a:pt x="9218" y="13409"/>
                    <a:pt x="8075" y="12393"/>
                    <a:pt x="7059" y="11758"/>
                  </a:cubicBezTo>
                  <a:lnTo>
                    <a:pt x="10107" y="6932"/>
                  </a:lnTo>
                  <a:lnTo>
                    <a:pt x="8202" y="12266"/>
                  </a:lnTo>
                  <a:cubicBezTo>
                    <a:pt x="6678" y="11758"/>
                    <a:pt x="5535" y="11377"/>
                    <a:pt x="4773" y="11250"/>
                  </a:cubicBezTo>
                  <a:cubicBezTo>
                    <a:pt x="1725" y="10742"/>
                    <a:pt x="-434" y="7821"/>
                    <a:pt x="74" y="4773"/>
                  </a:cubicBezTo>
                  <a:cubicBezTo>
                    <a:pt x="582" y="1725"/>
                    <a:pt x="3503" y="-434"/>
                    <a:pt x="6551" y="74"/>
                  </a:cubicBezTo>
                  <a:cubicBezTo>
                    <a:pt x="8329" y="328"/>
                    <a:pt x="10107" y="836"/>
                    <a:pt x="12139" y="1598"/>
                  </a:cubicBezTo>
                  <a:cubicBezTo>
                    <a:pt x="12520" y="1725"/>
                    <a:pt x="12901" y="1852"/>
                    <a:pt x="13155" y="2106"/>
                  </a:cubicBezTo>
                  <a:cubicBezTo>
                    <a:pt x="15314" y="3376"/>
                    <a:pt x="17346" y="5281"/>
                    <a:pt x="18870" y="7186"/>
                  </a:cubicBezTo>
                  <a:cubicBezTo>
                    <a:pt x="19124" y="7440"/>
                    <a:pt x="19251" y="7694"/>
                    <a:pt x="19378" y="7948"/>
                  </a:cubicBezTo>
                  <a:cubicBezTo>
                    <a:pt x="20775" y="10488"/>
                    <a:pt x="21791" y="13028"/>
                    <a:pt x="22299" y="15949"/>
                  </a:cubicBezTo>
                  <a:cubicBezTo>
                    <a:pt x="22807" y="18997"/>
                    <a:pt x="20775" y="21918"/>
                    <a:pt x="17600" y="22426"/>
                  </a:cubicBezTo>
                  <a:cubicBezTo>
                    <a:pt x="14425" y="22934"/>
                    <a:pt x="11631" y="20902"/>
                    <a:pt x="11123" y="177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18287" y="534416"/>
              <a:ext cx="31028" cy="11811"/>
            </a:xfrm>
            <a:custGeom>
              <a:avLst/>
              <a:gdLst/>
              <a:ahLst/>
              <a:cxnLst/>
              <a:rect r="r" b="b" t="t" l="l"/>
              <a:pathLst>
                <a:path h="11811" w="31028">
                  <a:moveTo>
                    <a:pt x="24892" y="11811"/>
                  </a:moveTo>
                  <a:cubicBezTo>
                    <a:pt x="20828" y="11430"/>
                    <a:pt x="14478" y="11303"/>
                    <a:pt x="5715" y="11303"/>
                  </a:cubicBezTo>
                  <a:cubicBezTo>
                    <a:pt x="2540" y="11303"/>
                    <a:pt x="0" y="8763"/>
                    <a:pt x="0" y="5715"/>
                  </a:cubicBezTo>
                  <a:cubicBezTo>
                    <a:pt x="0" y="2667"/>
                    <a:pt x="2540" y="0"/>
                    <a:pt x="5588" y="0"/>
                  </a:cubicBezTo>
                  <a:cubicBezTo>
                    <a:pt x="14478" y="0"/>
                    <a:pt x="21336" y="127"/>
                    <a:pt x="25908" y="508"/>
                  </a:cubicBezTo>
                  <a:cubicBezTo>
                    <a:pt x="28956" y="762"/>
                    <a:pt x="31369" y="3556"/>
                    <a:pt x="30988" y="6604"/>
                  </a:cubicBezTo>
                  <a:cubicBezTo>
                    <a:pt x="30607" y="9652"/>
                    <a:pt x="27940" y="12065"/>
                    <a:pt x="24892" y="116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85502" y="534427"/>
              <a:ext cx="22234" cy="24773"/>
            </a:xfrm>
            <a:custGeom>
              <a:avLst/>
              <a:gdLst/>
              <a:ahLst/>
              <a:cxnLst/>
              <a:rect r="r" b="b" t="t" l="l"/>
              <a:pathLst>
                <a:path h="24773" w="22234">
                  <a:moveTo>
                    <a:pt x="17799" y="11292"/>
                  </a:moveTo>
                  <a:cubicBezTo>
                    <a:pt x="16656" y="11546"/>
                    <a:pt x="15005" y="12181"/>
                    <a:pt x="13481" y="13197"/>
                  </a:cubicBezTo>
                  <a:lnTo>
                    <a:pt x="10306" y="8498"/>
                  </a:lnTo>
                  <a:lnTo>
                    <a:pt x="14243" y="12562"/>
                  </a:lnTo>
                  <a:cubicBezTo>
                    <a:pt x="13227" y="13451"/>
                    <a:pt x="12211" y="14975"/>
                    <a:pt x="11576" y="16245"/>
                  </a:cubicBezTo>
                  <a:lnTo>
                    <a:pt x="6496" y="13832"/>
                  </a:lnTo>
                  <a:lnTo>
                    <a:pt x="11957" y="15229"/>
                  </a:lnTo>
                  <a:cubicBezTo>
                    <a:pt x="11576" y="16626"/>
                    <a:pt x="11322" y="18023"/>
                    <a:pt x="11322" y="19547"/>
                  </a:cubicBezTo>
                  <a:cubicBezTo>
                    <a:pt x="11068" y="22595"/>
                    <a:pt x="8401" y="25008"/>
                    <a:pt x="5226" y="24754"/>
                  </a:cubicBezTo>
                  <a:cubicBezTo>
                    <a:pt x="2051" y="24500"/>
                    <a:pt x="-235" y="21833"/>
                    <a:pt x="19" y="18658"/>
                  </a:cubicBezTo>
                  <a:cubicBezTo>
                    <a:pt x="146" y="16499"/>
                    <a:pt x="527" y="14467"/>
                    <a:pt x="1035" y="12435"/>
                  </a:cubicBezTo>
                  <a:cubicBezTo>
                    <a:pt x="1162" y="12054"/>
                    <a:pt x="1289" y="11800"/>
                    <a:pt x="1416" y="11419"/>
                  </a:cubicBezTo>
                  <a:cubicBezTo>
                    <a:pt x="2559" y="8879"/>
                    <a:pt x="4464" y="6339"/>
                    <a:pt x="6369" y="4307"/>
                  </a:cubicBezTo>
                  <a:cubicBezTo>
                    <a:pt x="6623" y="4053"/>
                    <a:pt x="6877" y="3799"/>
                    <a:pt x="7131" y="3672"/>
                  </a:cubicBezTo>
                  <a:cubicBezTo>
                    <a:pt x="9544" y="2021"/>
                    <a:pt x="12719" y="624"/>
                    <a:pt x="15513" y="116"/>
                  </a:cubicBezTo>
                  <a:cubicBezTo>
                    <a:pt x="18561" y="-519"/>
                    <a:pt x="21482" y="1513"/>
                    <a:pt x="22117" y="4561"/>
                  </a:cubicBezTo>
                  <a:cubicBezTo>
                    <a:pt x="22752" y="7609"/>
                    <a:pt x="20720" y="10530"/>
                    <a:pt x="17672" y="1116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80080" y="632759"/>
              <a:ext cx="68604" cy="30435"/>
            </a:xfrm>
            <a:custGeom>
              <a:avLst/>
              <a:gdLst/>
              <a:ahLst/>
              <a:cxnLst/>
              <a:rect r="r" b="b" t="t" l="l"/>
              <a:pathLst>
                <a:path h="30435" w="68604">
                  <a:moveTo>
                    <a:pt x="67798" y="8972"/>
                  </a:moveTo>
                  <a:cubicBezTo>
                    <a:pt x="63226" y="14941"/>
                    <a:pt x="60051" y="18751"/>
                    <a:pt x="56876" y="21926"/>
                  </a:cubicBezTo>
                  <a:cubicBezTo>
                    <a:pt x="56622" y="22053"/>
                    <a:pt x="56495" y="22307"/>
                    <a:pt x="56241" y="22434"/>
                  </a:cubicBezTo>
                  <a:cubicBezTo>
                    <a:pt x="53066" y="24720"/>
                    <a:pt x="49764" y="26625"/>
                    <a:pt x="45319" y="28403"/>
                  </a:cubicBezTo>
                  <a:cubicBezTo>
                    <a:pt x="45065" y="28530"/>
                    <a:pt x="44811" y="28530"/>
                    <a:pt x="44557" y="28657"/>
                  </a:cubicBezTo>
                  <a:cubicBezTo>
                    <a:pt x="38842" y="30054"/>
                    <a:pt x="34905" y="30435"/>
                    <a:pt x="30333" y="30435"/>
                  </a:cubicBezTo>
                  <a:cubicBezTo>
                    <a:pt x="29952" y="30435"/>
                    <a:pt x="29698" y="30435"/>
                    <a:pt x="29317" y="30308"/>
                  </a:cubicBezTo>
                  <a:cubicBezTo>
                    <a:pt x="24491" y="29419"/>
                    <a:pt x="19919" y="27895"/>
                    <a:pt x="14839" y="25482"/>
                  </a:cubicBezTo>
                  <a:cubicBezTo>
                    <a:pt x="14585" y="25355"/>
                    <a:pt x="14331" y="25228"/>
                    <a:pt x="14077" y="24974"/>
                  </a:cubicBezTo>
                  <a:cubicBezTo>
                    <a:pt x="10013" y="22053"/>
                    <a:pt x="6330" y="18497"/>
                    <a:pt x="4044" y="15449"/>
                  </a:cubicBezTo>
                  <a:cubicBezTo>
                    <a:pt x="3917" y="15322"/>
                    <a:pt x="3790" y="15195"/>
                    <a:pt x="3663" y="14941"/>
                  </a:cubicBezTo>
                  <a:lnTo>
                    <a:pt x="869" y="10623"/>
                  </a:lnTo>
                  <a:cubicBezTo>
                    <a:pt x="-782" y="7956"/>
                    <a:pt x="-20" y="4527"/>
                    <a:pt x="2647" y="2876"/>
                  </a:cubicBezTo>
                  <a:cubicBezTo>
                    <a:pt x="5314" y="1225"/>
                    <a:pt x="8743" y="1987"/>
                    <a:pt x="10394" y="4654"/>
                  </a:cubicBezTo>
                  <a:lnTo>
                    <a:pt x="13188" y="8972"/>
                  </a:lnTo>
                  <a:lnTo>
                    <a:pt x="8362" y="12020"/>
                  </a:lnTo>
                  <a:lnTo>
                    <a:pt x="12807" y="8591"/>
                  </a:lnTo>
                  <a:cubicBezTo>
                    <a:pt x="14458" y="10750"/>
                    <a:pt x="17252" y="13417"/>
                    <a:pt x="20554" y="15830"/>
                  </a:cubicBezTo>
                  <a:lnTo>
                    <a:pt x="17252" y="20402"/>
                  </a:lnTo>
                  <a:lnTo>
                    <a:pt x="19665" y="15322"/>
                  </a:lnTo>
                  <a:cubicBezTo>
                    <a:pt x="23856" y="17354"/>
                    <a:pt x="27412" y="18497"/>
                    <a:pt x="31222" y="19132"/>
                  </a:cubicBezTo>
                  <a:lnTo>
                    <a:pt x="30206" y="24720"/>
                  </a:lnTo>
                  <a:lnTo>
                    <a:pt x="30206" y="19132"/>
                  </a:lnTo>
                  <a:cubicBezTo>
                    <a:pt x="33635" y="19132"/>
                    <a:pt x="36683" y="18878"/>
                    <a:pt x="41636" y="17608"/>
                  </a:cubicBezTo>
                  <a:lnTo>
                    <a:pt x="42906" y="23069"/>
                  </a:lnTo>
                  <a:lnTo>
                    <a:pt x="40874" y="17862"/>
                  </a:lnTo>
                  <a:cubicBezTo>
                    <a:pt x="44430" y="16465"/>
                    <a:pt x="46843" y="15068"/>
                    <a:pt x="49129" y="13417"/>
                  </a:cubicBezTo>
                  <a:lnTo>
                    <a:pt x="52558" y="17989"/>
                  </a:lnTo>
                  <a:lnTo>
                    <a:pt x="48621" y="13925"/>
                  </a:lnTo>
                  <a:cubicBezTo>
                    <a:pt x="51288" y="11258"/>
                    <a:pt x="54082" y="7956"/>
                    <a:pt x="58527" y="2241"/>
                  </a:cubicBezTo>
                  <a:cubicBezTo>
                    <a:pt x="60432" y="-299"/>
                    <a:pt x="63988" y="-680"/>
                    <a:pt x="66401" y="1098"/>
                  </a:cubicBezTo>
                  <a:cubicBezTo>
                    <a:pt x="68814" y="2876"/>
                    <a:pt x="69322" y="6559"/>
                    <a:pt x="67544" y="89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31673" y="591167"/>
              <a:ext cx="59737" cy="58057"/>
            </a:xfrm>
            <a:custGeom>
              <a:avLst/>
              <a:gdLst/>
              <a:ahLst/>
              <a:cxnLst/>
              <a:rect r="r" b="b" t="t" l="l"/>
              <a:pathLst>
                <a:path h="58057" w="59737">
                  <a:moveTo>
                    <a:pt x="55880" y="54628"/>
                  </a:moveTo>
                  <a:cubicBezTo>
                    <a:pt x="49276" y="56787"/>
                    <a:pt x="45339" y="57676"/>
                    <a:pt x="40767" y="58057"/>
                  </a:cubicBezTo>
                  <a:cubicBezTo>
                    <a:pt x="40513" y="58057"/>
                    <a:pt x="40259" y="58057"/>
                    <a:pt x="40005" y="58057"/>
                  </a:cubicBezTo>
                  <a:cubicBezTo>
                    <a:pt x="34036" y="57676"/>
                    <a:pt x="28575" y="56406"/>
                    <a:pt x="23241" y="54374"/>
                  </a:cubicBezTo>
                  <a:cubicBezTo>
                    <a:pt x="22987" y="54247"/>
                    <a:pt x="22733" y="54120"/>
                    <a:pt x="22479" y="53993"/>
                  </a:cubicBezTo>
                  <a:cubicBezTo>
                    <a:pt x="17907" y="51326"/>
                    <a:pt x="12827" y="47389"/>
                    <a:pt x="9398" y="43452"/>
                  </a:cubicBezTo>
                  <a:cubicBezTo>
                    <a:pt x="9271" y="43198"/>
                    <a:pt x="9017" y="43071"/>
                    <a:pt x="8890" y="42817"/>
                  </a:cubicBezTo>
                  <a:cubicBezTo>
                    <a:pt x="5715" y="38118"/>
                    <a:pt x="3175" y="32657"/>
                    <a:pt x="1397" y="27704"/>
                  </a:cubicBezTo>
                  <a:cubicBezTo>
                    <a:pt x="1270" y="27450"/>
                    <a:pt x="1270" y="27323"/>
                    <a:pt x="1270" y="27069"/>
                  </a:cubicBezTo>
                  <a:cubicBezTo>
                    <a:pt x="254" y="22624"/>
                    <a:pt x="0" y="19195"/>
                    <a:pt x="0" y="12591"/>
                  </a:cubicBezTo>
                  <a:cubicBezTo>
                    <a:pt x="0" y="12464"/>
                    <a:pt x="0" y="12210"/>
                    <a:pt x="0" y="12083"/>
                  </a:cubicBezTo>
                  <a:lnTo>
                    <a:pt x="508" y="5225"/>
                  </a:lnTo>
                  <a:cubicBezTo>
                    <a:pt x="762" y="2177"/>
                    <a:pt x="3429" y="-236"/>
                    <a:pt x="6604" y="18"/>
                  </a:cubicBezTo>
                  <a:cubicBezTo>
                    <a:pt x="9779" y="272"/>
                    <a:pt x="12065" y="2939"/>
                    <a:pt x="11811" y="6114"/>
                  </a:cubicBezTo>
                  <a:lnTo>
                    <a:pt x="11303" y="12972"/>
                  </a:lnTo>
                  <a:lnTo>
                    <a:pt x="5715" y="12464"/>
                  </a:lnTo>
                  <a:lnTo>
                    <a:pt x="11303" y="12464"/>
                  </a:lnTo>
                  <a:cubicBezTo>
                    <a:pt x="11303" y="18687"/>
                    <a:pt x="11557" y="21100"/>
                    <a:pt x="12319" y="24529"/>
                  </a:cubicBezTo>
                  <a:lnTo>
                    <a:pt x="6858" y="25799"/>
                  </a:lnTo>
                  <a:lnTo>
                    <a:pt x="12192" y="24021"/>
                  </a:lnTo>
                  <a:cubicBezTo>
                    <a:pt x="13589" y="28085"/>
                    <a:pt x="15748" y="32530"/>
                    <a:pt x="18288" y="36467"/>
                  </a:cubicBezTo>
                  <a:lnTo>
                    <a:pt x="13589" y="39642"/>
                  </a:lnTo>
                  <a:lnTo>
                    <a:pt x="17780" y="35832"/>
                  </a:lnTo>
                  <a:cubicBezTo>
                    <a:pt x="20447" y="38753"/>
                    <a:pt x="24511" y="42055"/>
                    <a:pt x="28067" y="44087"/>
                  </a:cubicBezTo>
                  <a:lnTo>
                    <a:pt x="25273" y="49040"/>
                  </a:lnTo>
                  <a:lnTo>
                    <a:pt x="27305" y="43833"/>
                  </a:lnTo>
                  <a:cubicBezTo>
                    <a:pt x="31623" y="45484"/>
                    <a:pt x="35814" y="46500"/>
                    <a:pt x="40640" y="46754"/>
                  </a:cubicBezTo>
                  <a:lnTo>
                    <a:pt x="40259" y="52342"/>
                  </a:lnTo>
                  <a:lnTo>
                    <a:pt x="39878" y="46754"/>
                  </a:lnTo>
                  <a:cubicBezTo>
                    <a:pt x="43180" y="46500"/>
                    <a:pt x="46228" y="45865"/>
                    <a:pt x="52324" y="43833"/>
                  </a:cubicBezTo>
                  <a:cubicBezTo>
                    <a:pt x="55245" y="42817"/>
                    <a:pt x="58420" y="44468"/>
                    <a:pt x="59436" y="47389"/>
                  </a:cubicBezTo>
                  <a:cubicBezTo>
                    <a:pt x="60452" y="50310"/>
                    <a:pt x="58801" y="53485"/>
                    <a:pt x="55880" y="54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37738" y="424053"/>
              <a:ext cx="82706" cy="49579"/>
            </a:xfrm>
            <a:custGeom>
              <a:avLst/>
              <a:gdLst/>
              <a:ahLst/>
              <a:cxnLst/>
              <a:rect r="r" b="b" t="t" l="l"/>
              <a:pathLst>
                <a:path h="49579" w="82706">
                  <a:moveTo>
                    <a:pt x="71862" y="45212"/>
                  </a:moveTo>
                  <a:cubicBezTo>
                    <a:pt x="69830" y="37084"/>
                    <a:pt x="67925" y="31623"/>
                    <a:pt x="65893" y="27686"/>
                  </a:cubicBezTo>
                  <a:lnTo>
                    <a:pt x="70973" y="25146"/>
                  </a:lnTo>
                  <a:lnTo>
                    <a:pt x="66401" y="28448"/>
                  </a:lnTo>
                  <a:cubicBezTo>
                    <a:pt x="63353" y="24257"/>
                    <a:pt x="60051" y="20447"/>
                    <a:pt x="54971" y="16256"/>
                  </a:cubicBezTo>
                  <a:lnTo>
                    <a:pt x="58527" y="11938"/>
                  </a:lnTo>
                  <a:lnTo>
                    <a:pt x="55606" y="16764"/>
                  </a:lnTo>
                  <a:cubicBezTo>
                    <a:pt x="51288" y="14224"/>
                    <a:pt x="48494" y="13081"/>
                    <a:pt x="46589" y="12446"/>
                  </a:cubicBezTo>
                  <a:lnTo>
                    <a:pt x="48367" y="7112"/>
                  </a:lnTo>
                  <a:lnTo>
                    <a:pt x="47097" y="12573"/>
                  </a:lnTo>
                  <a:cubicBezTo>
                    <a:pt x="44811" y="12065"/>
                    <a:pt x="40747" y="11430"/>
                    <a:pt x="36302" y="11176"/>
                  </a:cubicBezTo>
                  <a:lnTo>
                    <a:pt x="36556" y="5588"/>
                  </a:lnTo>
                  <a:lnTo>
                    <a:pt x="37064" y="11176"/>
                  </a:lnTo>
                  <a:cubicBezTo>
                    <a:pt x="34651" y="11430"/>
                    <a:pt x="30968" y="12065"/>
                    <a:pt x="28301" y="12827"/>
                  </a:cubicBezTo>
                  <a:lnTo>
                    <a:pt x="26777" y="7366"/>
                  </a:lnTo>
                  <a:lnTo>
                    <a:pt x="28682" y="12700"/>
                  </a:lnTo>
                  <a:cubicBezTo>
                    <a:pt x="26269" y="13589"/>
                    <a:pt x="21697" y="15875"/>
                    <a:pt x="18141" y="18288"/>
                  </a:cubicBezTo>
                  <a:lnTo>
                    <a:pt x="14966" y="13716"/>
                  </a:lnTo>
                  <a:lnTo>
                    <a:pt x="18903" y="17780"/>
                  </a:lnTo>
                  <a:cubicBezTo>
                    <a:pt x="16617" y="19939"/>
                    <a:pt x="13823" y="23241"/>
                    <a:pt x="10140" y="27686"/>
                  </a:cubicBezTo>
                  <a:cubicBezTo>
                    <a:pt x="8235" y="30099"/>
                    <a:pt x="4679" y="30480"/>
                    <a:pt x="2139" y="28575"/>
                  </a:cubicBezTo>
                  <a:cubicBezTo>
                    <a:pt x="-401" y="26670"/>
                    <a:pt x="-655" y="23114"/>
                    <a:pt x="1250" y="20574"/>
                  </a:cubicBezTo>
                  <a:cubicBezTo>
                    <a:pt x="4933" y="16002"/>
                    <a:pt x="8235" y="12319"/>
                    <a:pt x="10902" y="9652"/>
                  </a:cubicBezTo>
                  <a:cubicBezTo>
                    <a:pt x="11156" y="9398"/>
                    <a:pt x="11410" y="9271"/>
                    <a:pt x="11537" y="9144"/>
                  </a:cubicBezTo>
                  <a:cubicBezTo>
                    <a:pt x="15855" y="6096"/>
                    <a:pt x="21189" y="3429"/>
                    <a:pt x="24618" y="2159"/>
                  </a:cubicBezTo>
                  <a:cubicBezTo>
                    <a:pt x="24745" y="2159"/>
                    <a:pt x="24872" y="2032"/>
                    <a:pt x="25126" y="2032"/>
                  </a:cubicBezTo>
                  <a:cubicBezTo>
                    <a:pt x="28301" y="1143"/>
                    <a:pt x="32492" y="381"/>
                    <a:pt x="35667" y="0"/>
                  </a:cubicBezTo>
                  <a:cubicBezTo>
                    <a:pt x="35921" y="0"/>
                    <a:pt x="36175" y="0"/>
                    <a:pt x="36429" y="0"/>
                  </a:cubicBezTo>
                  <a:cubicBezTo>
                    <a:pt x="41509" y="254"/>
                    <a:pt x="46208" y="889"/>
                    <a:pt x="49256" y="1651"/>
                  </a:cubicBezTo>
                  <a:cubicBezTo>
                    <a:pt x="49383" y="1651"/>
                    <a:pt x="49510" y="1778"/>
                    <a:pt x="49764" y="1778"/>
                  </a:cubicBezTo>
                  <a:cubicBezTo>
                    <a:pt x="52558" y="2667"/>
                    <a:pt x="56241" y="4318"/>
                    <a:pt x="61067" y="7112"/>
                  </a:cubicBezTo>
                  <a:cubicBezTo>
                    <a:pt x="61321" y="7239"/>
                    <a:pt x="61575" y="7493"/>
                    <a:pt x="61829" y="7620"/>
                  </a:cubicBezTo>
                  <a:cubicBezTo>
                    <a:pt x="67544" y="12446"/>
                    <a:pt x="71735" y="16891"/>
                    <a:pt x="75291" y="21971"/>
                  </a:cubicBezTo>
                  <a:cubicBezTo>
                    <a:pt x="75418" y="22225"/>
                    <a:pt x="75545" y="22479"/>
                    <a:pt x="75672" y="22733"/>
                  </a:cubicBezTo>
                  <a:cubicBezTo>
                    <a:pt x="78212" y="27813"/>
                    <a:pt x="80371" y="34036"/>
                    <a:pt x="82530" y="42545"/>
                  </a:cubicBezTo>
                  <a:cubicBezTo>
                    <a:pt x="83292" y="45593"/>
                    <a:pt x="81514" y="48641"/>
                    <a:pt x="78466" y="49403"/>
                  </a:cubicBezTo>
                  <a:cubicBezTo>
                    <a:pt x="75418" y="50165"/>
                    <a:pt x="72370" y="48387"/>
                    <a:pt x="71608" y="45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595262" y="590911"/>
              <a:ext cx="59974" cy="58082"/>
            </a:xfrm>
            <a:custGeom>
              <a:avLst/>
              <a:gdLst/>
              <a:ahLst/>
              <a:cxnLst/>
              <a:rect r="r" b="b" t="t" l="l"/>
              <a:pathLst>
                <a:path h="58082" w="59974">
                  <a:moveTo>
                    <a:pt x="59169" y="4973"/>
                  </a:moveTo>
                  <a:cubicBezTo>
                    <a:pt x="60058" y="12212"/>
                    <a:pt x="60185" y="18562"/>
                    <a:pt x="59677" y="23261"/>
                  </a:cubicBezTo>
                  <a:cubicBezTo>
                    <a:pt x="59677" y="23515"/>
                    <a:pt x="59677" y="23642"/>
                    <a:pt x="59550" y="23896"/>
                  </a:cubicBezTo>
                  <a:cubicBezTo>
                    <a:pt x="58407" y="28976"/>
                    <a:pt x="56502" y="34183"/>
                    <a:pt x="53835" y="39136"/>
                  </a:cubicBezTo>
                  <a:cubicBezTo>
                    <a:pt x="53708" y="39390"/>
                    <a:pt x="53581" y="39644"/>
                    <a:pt x="53454" y="39771"/>
                  </a:cubicBezTo>
                  <a:cubicBezTo>
                    <a:pt x="50406" y="43835"/>
                    <a:pt x="46215" y="47899"/>
                    <a:pt x="42024" y="51201"/>
                  </a:cubicBezTo>
                  <a:cubicBezTo>
                    <a:pt x="41770" y="51328"/>
                    <a:pt x="41516" y="51582"/>
                    <a:pt x="41262" y="51709"/>
                  </a:cubicBezTo>
                  <a:cubicBezTo>
                    <a:pt x="36436" y="54503"/>
                    <a:pt x="31991" y="56281"/>
                    <a:pt x="26149" y="57805"/>
                  </a:cubicBezTo>
                  <a:cubicBezTo>
                    <a:pt x="25768" y="57932"/>
                    <a:pt x="25514" y="57932"/>
                    <a:pt x="25133" y="57932"/>
                  </a:cubicBezTo>
                  <a:cubicBezTo>
                    <a:pt x="20307" y="58313"/>
                    <a:pt x="13703" y="57932"/>
                    <a:pt x="10274" y="57170"/>
                  </a:cubicBezTo>
                  <a:cubicBezTo>
                    <a:pt x="10147" y="57170"/>
                    <a:pt x="10020" y="57043"/>
                    <a:pt x="9893" y="57043"/>
                  </a:cubicBezTo>
                  <a:lnTo>
                    <a:pt x="3924" y="55138"/>
                  </a:lnTo>
                  <a:cubicBezTo>
                    <a:pt x="1003" y="54249"/>
                    <a:pt x="-648" y="51074"/>
                    <a:pt x="241" y="48026"/>
                  </a:cubicBezTo>
                  <a:cubicBezTo>
                    <a:pt x="1130" y="44978"/>
                    <a:pt x="4305" y="43454"/>
                    <a:pt x="7353" y="44343"/>
                  </a:cubicBezTo>
                  <a:lnTo>
                    <a:pt x="13322" y="46248"/>
                  </a:lnTo>
                  <a:lnTo>
                    <a:pt x="11671" y="51582"/>
                  </a:lnTo>
                  <a:lnTo>
                    <a:pt x="12941" y="46121"/>
                  </a:lnTo>
                  <a:cubicBezTo>
                    <a:pt x="14973" y="46629"/>
                    <a:pt x="20307" y="46883"/>
                    <a:pt x="24498" y="46629"/>
                  </a:cubicBezTo>
                  <a:lnTo>
                    <a:pt x="24879" y="52217"/>
                  </a:lnTo>
                  <a:lnTo>
                    <a:pt x="23482" y="46756"/>
                  </a:lnTo>
                  <a:cubicBezTo>
                    <a:pt x="28308" y="45613"/>
                    <a:pt x="31864" y="44089"/>
                    <a:pt x="35801" y="41803"/>
                  </a:cubicBezTo>
                  <a:lnTo>
                    <a:pt x="38595" y="46756"/>
                  </a:lnTo>
                  <a:lnTo>
                    <a:pt x="35039" y="42311"/>
                  </a:lnTo>
                  <a:cubicBezTo>
                    <a:pt x="38722" y="39390"/>
                    <a:pt x="42151" y="35961"/>
                    <a:pt x="44437" y="32913"/>
                  </a:cubicBezTo>
                  <a:lnTo>
                    <a:pt x="49009" y="36342"/>
                  </a:lnTo>
                  <a:lnTo>
                    <a:pt x="44056" y="33675"/>
                  </a:lnTo>
                  <a:cubicBezTo>
                    <a:pt x="46215" y="29738"/>
                    <a:pt x="47739" y="25547"/>
                    <a:pt x="48755" y="21356"/>
                  </a:cubicBezTo>
                  <a:lnTo>
                    <a:pt x="54216" y="22626"/>
                  </a:lnTo>
                  <a:lnTo>
                    <a:pt x="48628" y="21991"/>
                  </a:lnTo>
                  <a:cubicBezTo>
                    <a:pt x="49009" y="18435"/>
                    <a:pt x="48882" y="12974"/>
                    <a:pt x="48120" y="6243"/>
                  </a:cubicBezTo>
                  <a:cubicBezTo>
                    <a:pt x="47739" y="3195"/>
                    <a:pt x="50025" y="274"/>
                    <a:pt x="53073" y="20"/>
                  </a:cubicBezTo>
                  <a:cubicBezTo>
                    <a:pt x="56121" y="-234"/>
                    <a:pt x="59042" y="1925"/>
                    <a:pt x="59296" y="49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37827" y="633077"/>
              <a:ext cx="68424" cy="29855"/>
            </a:xfrm>
            <a:custGeom>
              <a:avLst/>
              <a:gdLst/>
              <a:ahLst/>
              <a:cxnLst/>
              <a:rect r="r" b="b" t="t" l="l"/>
              <a:pathLst>
                <a:path h="29855" w="68424">
                  <a:moveTo>
                    <a:pt x="67709" y="10686"/>
                  </a:moveTo>
                  <a:cubicBezTo>
                    <a:pt x="64534" y="15385"/>
                    <a:pt x="61740" y="18687"/>
                    <a:pt x="58438" y="21735"/>
                  </a:cubicBezTo>
                  <a:cubicBezTo>
                    <a:pt x="58184" y="21862"/>
                    <a:pt x="58057" y="22116"/>
                    <a:pt x="57803" y="22243"/>
                  </a:cubicBezTo>
                  <a:cubicBezTo>
                    <a:pt x="53739" y="25037"/>
                    <a:pt x="49421" y="27196"/>
                    <a:pt x="44087" y="28974"/>
                  </a:cubicBezTo>
                  <a:cubicBezTo>
                    <a:pt x="43833" y="29101"/>
                    <a:pt x="43579" y="29101"/>
                    <a:pt x="43325" y="29101"/>
                  </a:cubicBezTo>
                  <a:cubicBezTo>
                    <a:pt x="39134" y="29863"/>
                    <a:pt x="34054" y="29990"/>
                    <a:pt x="30117" y="29736"/>
                  </a:cubicBezTo>
                  <a:cubicBezTo>
                    <a:pt x="29863" y="29736"/>
                    <a:pt x="29482" y="29609"/>
                    <a:pt x="29228" y="29609"/>
                  </a:cubicBezTo>
                  <a:cubicBezTo>
                    <a:pt x="24783" y="28593"/>
                    <a:pt x="20338" y="26815"/>
                    <a:pt x="16147" y="24529"/>
                  </a:cubicBezTo>
                  <a:cubicBezTo>
                    <a:pt x="15893" y="24402"/>
                    <a:pt x="15639" y="24275"/>
                    <a:pt x="15385" y="24021"/>
                  </a:cubicBezTo>
                  <a:cubicBezTo>
                    <a:pt x="12337" y="21608"/>
                    <a:pt x="8908" y="18433"/>
                    <a:pt x="5987" y="15258"/>
                  </a:cubicBezTo>
                  <a:cubicBezTo>
                    <a:pt x="5860" y="15131"/>
                    <a:pt x="5860" y="15004"/>
                    <a:pt x="5733" y="15004"/>
                  </a:cubicBezTo>
                  <a:lnTo>
                    <a:pt x="1161" y="9035"/>
                  </a:lnTo>
                  <a:cubicBezTo>
                    <a:pt x="-744" y="6495"/>
                    <a:pt x="-236" y="3066"/>
                    <a:pt x="2177" y="1161"/>
                  </a:cubicBezTo>
                  <a:cubicBezTo>
                    <a:pt x="4590" y="-744"/>
                    <a:pt x="8146" y="-236"/>
                    <a:pt x="10051" y="2177"/>
                  </a:cubicBezTo>
                  <a:lnTo>
                    <a:pt x="14623" y="8146"/>
                  </a:lnTo>
                  <a:lnTo>
                    <a:pt x="10178" y="11575"/>
                  </a:lnTo>
                  <a:lnTo>
                    <a:pt x="14369" y="7892"/>
                  </a:lnTo>
                  <a:cubicBezTo>
                    <a:pt x="16782" y="10559"/>
                    <a:pt x="19576" y="13226"/>
                    <a:pt x="22116" y="15258"/>
                  </a:cubicBezTo>
                  <a:lnTo>
                    <a:pt x="18687" y="19703"/>
                  </a:lnTo>
                  <a:lnTo>
                    <a:pt x="21354" y="14750"/>
                  </a:lnTo>
                  <a:cubicBezTo>
                    <a:pt x="24656" y="16528"/>
                    <a:pt x="28212" y="17925"/>
                    <a:pt x="31768" y="18814"/>
                  </a:cubicBezTo>
                  <a:lnTo>
                    <a:pt x="30371" y="24275"/>
                  </a:lnTo>
                  <a:lnTo>
                    <a:pt x="30879" y="18687"/>
                  </a:lnTo>
                  <a:cubicBezTo>
                    <a:pt x="33927" y="18941"/>
                    <a:pt x="37991" y="18814"/>
                    <a:pt x="41039" y="18306"/>
                  </a:cubicBezTo>
                  <a:lnTo>
                    <a:pt x="42055" y="23894"/>
                  </a:lnTo>
                  <a:lnTo>
                    <a:pt x="40277" y="18560"/>
                  </a:lnTo>
                  <a:cubicBezTo>
                    <a:pt x="44595" y="17163"/>
                    <a:pt x="48024" y="15385"/>
                    <a:pt x="51072" y="13353"/>
                  </a:cubicBezTo>
                  <a:lnTo>
                    <a:pt x="54247" y="18052"/>
                  </a:lnTo>
                  <a:lnTo>
                    <a:pt x="50437" y="13988"/>
                  </a:lnTo>
                  <a:cubicBezTo>
                    <a:pt x="53104" y="11575"/>
                    <a:pt x="55263" y="9035"/>
                    <a:pt x="58057" y="4844"/>
                  </a:cubicBezTo>
                  <a:cubicBezTo>
                    <a:pt x="59835" y="2304"/>
                    <a:pt x="63391" y="1542"/>
                    <a:pt x="65931" y="3320"/>
                  </a:cubicBezTo>
                  <a:cubicBezTo>
                    <a:pt x="68471" y="5098"/>
                    <a:pt x="69233" y="8654"/>
                    <a:pt x="67455" y="111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81152" y="573913"/>
              <a:ext cx="37719" cy="37846"/>
            </a:xfrm>
            <a:custGeom>
              <a:avLst/>
              <a:gdLst/>
              <a:ahLst/>
              <a:cxnLst/>
              <a:rect r="r" b="b" t="t" l="l"/>
              <a:pathLst>
                <a:path h="37846" w="37719">
                  <a:moveTo>
                    <a:pt x="37719" y="18923"/>
                  </a:moveTo>
                  <a:cubicBezTo>
                    <a:pt x="37719" y="21463"/>
                    <a:pt x="37211" y="23876"/>
                    <a:pt x="36322" y="26162"/>
                  </a:cubicBezTo>
                  <a:lnTo>
                    <a:pt x="31115" y="24003"/>
                  </a:lnTo>
                  <a:lnTo>
                    <a:pt x="36322" y="26162"/>
                  </a:lnTo>
                  <a:cubicBezTo>
                    <a:pt x="35306" y="28448"/>
                    <a:pt x="34036" y="30607"/>
                    <a:pt x="32258" y="32385"/>
                  </a:cubicBezTo>
                  <a:cubicBezTo>
                    <a:pt x="30480" y="34163"/>
                    <a:pt x="28448" y="35560"/>
                    <a:pt x="26035" y="36449"/>
                  </a:cubicBezTo>
                  <a:lnTo>
                    <a:pt x="23876" y="31242"/>
                  </a:lnTo>
                  <a:lnTo>
                    <a:pt x="26035" y="36449"/>
                  </a:lnTo>
                  <a:cubicBezTo>
                    <a:pt x="23749" y="37465"/>
                    <a:pt x="21336" y="37846"/>
                    <a:pt x="18796" y="37846"/>
                  </a:cubicBezTo>
                  <a:lnTo>
                    <a:pt x="18796" y="32258"/>
                  </a:lnTo>
                  <a:lnTo>
                    <a:pt x="18796" y="37846"/>
                  </a:lnTo>
                  <a:cubicBezTo>
                    <a:pt x="16256" y="37846"/>
                    <a:pt x="13843" y="37338"/>
                    <a:pt x="11557" y="36449"/>
                  </a:cubicBezTo>
                  <a:cubicBezTo>
                    <a:pt x="9271" y="35433"/>
                    <a:pt x="7112" y="34163"/>
                    <a:pt x="5461" y="32385"/>
                  </a:cubicBezTo>
                  <a:cubicBezTo>
                    <a:pt x="3683" y="30607"/>
                    <a:pt x="2286" y="28575"/>
                    <a:pt x="1397" y="26162"/>
                  </a:cubicBezTo>
                  <a:lnTo>
                    <a:pt x="6604" y="24003"/>
                  </a:lnTo>
                  <a:lnTo>
                    <a:pt x="1397" y="26162"/>
                  </a:lnTo>
                  <a:cubicBezTo>
                    <a:pt x="381" y="23876"/>
                    <a:pt x="0" y="21463"/>
                    <a:pt x="0" y="18923"/>
                  </a:cubicBezTo>
                  <a:lnTo>
                    <a:pt x="5588" y="18923"/>
                  </a:lnTo>
                  <a:lnTo>
                    <a:pt x="0" y="18923"/>
                  </a:lnTo>
                  <a:cubicBezTo>
                    <a:pt x="0" y="16383"/>
                    <a:pt x="508" y="13970"/>
                    <a:pt x="1397" y="11684"/>
                  </a:cubicBezTo>
                  <a:lnTo>
                    <a:pt x="6604" y="13843"/>
                  </a:lnTo>
                  <a:lnTo>
                    <a:pt x="1397" y="11684"/>
                  </a:lnTo>
                  <a:cubicBezTo>
                    <a:pt x="2413" y="9398"/>
                    <a:pt x="3683" y="7239"/>
                    <a:pt x="5461" y="5461"/>
                  </a:cubicBezTo>
                  <a:cubicBezTo>
                    <a:pt x="7239" y="3683"/>
                    <a:pt x="9271" y="2286"/>
                    <a:pt x="11557" y="1397"/>
                  </a:cubicBezTo>
                  <a:cubicBezTo>
                    <a:pt x="13843" y="381"/>
                    <a:pt x="16256" y="0"/>
                    <a:pt x="18796" y="0"/>
                  </a:cubicBezTo>
                  <a:lnTo>
                    <a:pt x="18796" y="5588"/>
                  </a:lnTo>
                  <a:lnTo>
                    <a:pt x="18796" y="0"/>
                  </a:lnTo>
                  <a:cubicBezTo>
                    <a:pt x="21336" y="0"/>
                    <a:pt x="23749" y="508"/>
                    <a:pt x="26035" y="1397"/>
                  </a:cubicBezTo>
                  <a:cubicBezTo>
                    <a:pt x="28321" y="2413"/>
                    <a:pt x="30480" y="3683"/>
                    <a:pt x="32258" y="5461"/>
                  </a:cubicBezTo>
                  <a:cubicBezTo>
                    <a:pt x="34036" y="7239"/>
                    <a:pt x="35433" y="9271"/>
                    <a:pt x="36322" y="11684"/>
                  </a:cubicBezTo>
                  <a:lnTo>
                    <a:pt x="31115" y="13843"/>
                  </a:lnTo>
                  <a:lnTo>
                    <a:pt x="36322" y="11684"/>
                  </a:lnTo>
                  <a:cubicBezTo>
                    <a:pt x="37338" y="13970"/>
                    <a:pt x="37719" y="16383"/>
                    <a:pt x="37719" y="18923"/>
                  </a:cubicBezTo>
                  <a:moveTo>
                    <a:pt x="26416" y="18923"/>
                  </a:moveTo>
                  <a:lnTo>
                    <a:pt x="32004" y="18923"/>
                  </a:lnTo>
                  <a:lnTo>
                    <a:pt x="26416" y="18923"/>
                  </a:lnTo>
                  <a:cubicBezTo>
                    <a:pt x="26416" y="17907"/>
                    <a:pt x="26162" y="16891"/>
                    <a:pt x="25781" y="16002"/>
                  </a:cubicBezTo>
                  <a:cubicBezTo>
                    <a:pt x="25400" y="15113"/>
                    <a:pt x="24892" y="14224"/>
                    <a:pt x="24130" y="13462"/>
                  </a:cubicBezTo>
                  <a:lnTo>
                    <a:pt x="28067" y="9525"/>
                  </a:lnTo>
                  <a:lnTo>
                    <a:pt x="24130" y="13462"/>
                  </a:lnTo>
                  <a:cubicBezTo>
                    <a:pt x="23368" y="12700"/>
                    <a:pt x="22606" y="12192"/>
                    <a:pt x="21590" y="11811"/>
                  </a:cubicBezTo>
                  <a:lnTo>
                    <a:pt x="23749" y="6604"/>
                  </a:lnTo>
                  <a:lnTo>
                    <a:pt x="21590" y="11811"/>
                  </a:lnTo>
                  <a:cubicBezTo>
                    <a:pt x="20701" y="11430"/>
                    <a:pt x="19685" y="11176"/>
                    <a:pt x="18669" y="11176"/>
                  </a:cubicBezTo>
                  <a:cubicBezTo>
                    <a:pt x="17653" y="11176"/>
                    <a:pt x="16637" y="11430"/>
                    <a:pt x="15748" y="11811"/>
                  </a:cubicBezTo>
                  <a:lnTo>
                    <a:pt x="13589" y="6604"/>
                  </a:lnTo>
                  <a:lnTo>
                    <a:pt x="15748" y="11811"/>
                  </a:lnTo>
                  <a:cubicBezTo>
                    <a:pt x="14859" y="12192"/>
                    <a:pt x="13970" y="12700"/>
                    <a:pt x="13208" y="13462"/>
                  </a:cubicBezTo>
                  <a:lnTo>
                    <a:pt x="9271" y="9525"/>
                  </a:lnTo>
                  <a:lnTo>
                    <a:pt x="13208" y="13462"/>
                  </a:lnTo>
                  <a:cubicBezTo>
                    <a:pt x="12446" y="14224"/>
                    <a:pt x="11938" y="14986"/>
                    <a:pt x="11557" y="16002"/>
                  </a:cubicBezTo>
                  <a:cubicBezTo>
                    <a:pt x="11176" y="16891"/>
                    <a:pt x="10922" y="17907"/>
                    <a:pt x="10922" y="18923"/>
                  </a:cubicBezTo>
                  <a:cubicBezTo>
                    <a:pt x="10922" y="19939"/>
                    <a:pt x="11176" y="20955"/>
                    <a:pt x="11557" y="21844"/>
                  </a:cubicBezTo>
                  <a:cubicBezTo>
                    <a:pt x="11938" y="22733"/>
                    <a:pt x="12446" y="23622"/>
                    <a:pt x="13208" y="24384"/>
                  </a:cubicBezTo>
                  <a:lnTo>
                    <a:pt x="9271" y="28321"/>
                  </a:lnTo>
                  <a:lnTo>
                    <a:pt x="13208" y="24384"/>
                  </a:lnTo>
                  <a:cubicBezTo>
                    <a:pt x="13970" y="25146"/>
                    <a:pt x="14732" y="25654"/>
                    <a:pt x="15748" y="26035"/>
                  </a:cubicBezTo>
                  <a:lnTo>
                    <a:pt x="13589" y="31242"/>
                  </a:lnTo>
                  <a:lnTo>
                    <a:pt x="15748" y="26035"/>
                  </a:lnTo>
                  <a:cubicBezTo>
                    <a:pt x="16637" y="26416"/>
                    <a:pt x="17653" y="26670"/>
                    <a:pt x="18669" y="26670"/>
                  </a:cubicBezTo>
                  <a:cubicBezTo>
                    <a:pt x="19685" y="26670"/>
                    <a:pt x="20701" y="26416"/>
                    <a:pt x="21590" y="26035"/>
                  </a:cubicBezTo>
                  <a:cubicBezTo>
                    <a:pt x="22479" y="25654"/>
                    <a:pt x="23368" y="25146"/>
                    <a:pt x="24130" y="24384"/>
                  </a:cubicBezTo>
                  <a:lnTo>
                    <a:pt x="28067" y="28321"/>
                  </a:lnTo>
                  <a:lnTo>
                    <a:pt x="24130" y="24384"/>
                  </a:lnTo>
                  <a:cubicBezTo>
                    <a:pt x="24892" y="23622"/>
                    <a:pt x="25400" y="22860"/>
                    <a:pt x="25781" y="21844"/>
                  </a:cubicBezTo>
                  <a:cubicBezTo>
                    <a:pt x="26162" y="20955"/>
                    <a:pt x="26416" y="19939"/>
                    <a:pt x="26416" y="189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71805" y="569976"/>
              <a:ext cx="37592" cy="37592"/>
            </a:xfrm>
            <a:custGeom>
              <a:avLst/>
              <a:gdLst/>
              <a:ahLst/>
              <a:cxnLst/>
              <a:rect r="r" b="b" t="t" l="l"/>
              <a:pathLst>
                <a:path h="37592" w="37592">
                  <a:moveTo>
                    <a:pt x="37592" y="18669"/>
                  </a:moveTo>
                  <a:cubicBezTo>
                    <a:pt x="37592" y="21209"/>
                    <a:pt x="37084" y="23622"/>
                    <a:pt x="36195" y="25908"/>
                  </a:cubicBezTo>
                  <a:lnTo>
                    <a:pt x="30988" y="23749"/>
                  </a:lnTo>
                  <a:lnTo>
                    <a:pt x="36195" y="25908"/>
                  </a:lnTo>
                  <a:cubicBezTo>
                    <a:pt x="35179" y="28194"/>
                    <a:pt x="33909" y="30226"/>
                    <a:pt x="32131" y="32004"/>
                  </a:cubicBezTo>
                  <a:cubicBezTo>
                    <a:pt x="30353" y="33782"/>
                    <a:pt x="28321" y="35179"/>
                    <a:pt x="26035" y="36068"/>
                  </a:cubicBezTo>
                  <a:lnTo>
                    <a:pt x="23876" y="30861"/>
                  </a:lnTo>
                  <a:lnTo>
                    <a:pt x="26035" y="36068"/>
                  </a:lnTo>
                  <a:cubicBezTo>
                    <a:pt x="23749" y="37084"/>
                    <a:pt x="21336" y="37465"/>
                    <a:pt x="18796" y="37465"/>
                  </a:cubicBezTo>
                  <a:lnTo>
                    <a:pt x="18796" y="32004"/>
                  </a:lnTo>
                  <a:lnTo>
                    <a:pt x="18796" y="37592"/>
                  </a:lnTo>
                  <a:cubicBezTo>
                    <a:pt x="16256" y="37592"/>
                    <a:pt x="13843" y="37084"/>
                    <a:pt x="11557" y="36195"/>
                  </a:cubicBezTo>
                  <a:lnTo>
                    <a:pt x="13716" y="30988"/>
                  </a:lnTo>
                  <a:lnTo>
                    <a:pt x="11557" y="36195"/>
                  </a:lnTo>
                  <a:cubicBezTo>
                    <a:pt x="9271" y="35179"/>
                    <a:pt x="7239" y="33909"/>
                    <a:pt x="5461" y="32131"/>
                  </a:cubicBezTo>
                  <a:cubicBezTo>
                    <a:pt x="3683" y="30353"/>
                    <a:pt x="2286" y="28321"/>
                    <a:pt x="1397" y="26035"/>
                  </a:cubicBezTo>
                  <a:lnTo>
                    <a:pt x="6604" y="23876"/>
                  </a:lnTo>
                  <a:lnTo>
                    <a:pt x="1397" y="26035"/>
                  </a:lnTo>
                  <a:cubicBezTo>
                    <a:pt x="381" y="23749"/>
                    <a:pt x="0" y="21336"/>
                    <a:pt x="0" y="18796"/>
                  </a:cubicBezTo>
                  <a:lnTo>
                    <a:pt x="5588" y="18796"/>
                  </a:lnTo>
                  <a:lnTo>
                    <a:pt x="0" y="18796"/>
                  </a:lnTo>
                  <a:cubicBezTo>
                    <a:pt x="0" y="16256"/>
                    <a:pt x="508" y="13843"/>
                    <a:pt x="1397" y="11557"/>
                  </a:cubicBezTo>
                  <a:lnTo>
                    <a:pt x="6604" y="13716"/>
                  </a:lnTo>
                  <a:lnTo>
                    <a:pt x="1397" y="11557"/>
                  </a:lnTo>
                  <a:cubicBezTo>
                    <a:pt x="2413" y="9271"/>
                    <a:pt x="3683" y="7239"/>
                    <a:pt x="5461" y="5461"/>
                  </a:cubicBezTo>
                  <a:cubicBezTo>
                    <a:pt x="7239" y="3683"/>
                    <a:pt x="9271" y="2286"/>
                    <a:pt x="11557" y="1397"/>
                  </a:cubicBezTo>
                  <a:cubicBezTo>
                    <a:pt x="13843" y="381"/>
                    <a:pt x="16256" y="0"/>
                    <a:pt x="18796" y="0"/>
                  </a:cubicBezTo>
                  <a:lnTo>
                    <a:pt x="18796" y="5588"/>
                  </a:lnTo>
                  <a:lnTo>
                    <a:pt x="18796" y="0"/>
                  </a:lnTo>
                  <a:cubicBezTo>
                    <a:pt x="21336" y="0"/>
                    <a:pt x="23749" y="508"/>
                    <a:pt x="26035" y="1397"/>
                  </a:cubicBezTo>
                  <a:cubicBezTo>
                    <a:pt x="28321" y="2413"/>
                    <a:pt x="30353" y="3683"/>
                    <a:pt x="32131" y="5461"/>
                  </a:cubicBezTo>
                  <a:cubicBezTo>
                    <a:pt x="33909" y="7239"/>
                    <a:pt x="35306" y="9271"/>
                    <a:pt x="36195" y="11557"/>
                  </a:cubicBezTo>
                  <a:lnTo>
                    <a:pt x="30988" y="13716"/>
                  </a:lnTo>
                  <a:lnTo>
                    <a:pt x="36195" y="11557"/>
                  </a:lnTo>
                  <a:cubicBezTo>
                    <a:pt x="37211" y="13843"/>
                    <a:pt x="37592" y="16256"/>
                    <a:pt x="37592" y="18796"/>
                  </a:cubicBezTo>
                  <a:lnTo>
                    <a:pt x="32004" y="18796"/>
                  </a:lnTo>
                  <a:lnTo>
                    <a:pt x="37592" y="18796"/>
                  </a:lnTo>
                  <a:moveTo>
                    <a:pt x="26289" y="18796"/>
                  </a:moveTo>
                  <a:cubicBezTo>
                    <a:pt x="26289" y="17780"/>
                    <a:pt x="26035" y="16764"/>
                    <a:pt x="25654" y="15875"/>
                  </a:cubicBezTo>
                  <a:cubicBezTo>
                    <a:pt x="25273" y="14986"/>
                    <a:pt x="24765" y="14097"/>
                    <a:pt x="24003" y="13335"/>
                  </a:cubicBezTo>
                  <a:lnTo>
                    <a:pt x="27940" y="9398"/>
                  </a:lnTo>
                  <a:lnTo>
                    <a:pt x="24003" y="13335"/>
                  </a:lnTo>
                  <a:cubicBezTo>
                    <a:pt x="23241" y="12573"/>
                    <a:pt x="22479" y="12065"/>
                    <a:pt x="21463" y="11684"/>
                  </a:cubicBezTo>
                  <a:lnTo>
                    <a:pt x="23622" y="6477"/>
                  </a:lnTo>
                  <a:lnTo>
                    <a:pt x="21463" y="11684"/>
                  </a:lnTo>
                  <a:cubicBezTo>
                    <a:pt x="20574" y="11303"/>
                    <a:pt x="19558" y="11049"/>
                    <a:pt x="18542" y="11049"/>
                  </a:cubicBezTo>
                  <a:cubicBezTo>
                    <a:pt x="17526" y="11049"/>
                    <a:pt x="16510" y="11303"/>
                    <a:pt x="15621" y="11684"/>
                  </a:cubicBezTo>
                  <a:lnTo>
                    <a:pt x="13462" y="6477"/>
                  </a:lnTo>
                  <a:lnTo>
                    <a:pt x="15621" y="11684"/>
                  </a:lnTo>
                  <a:cubicBezTo>
                    <a:pt x="14732" y="12065"/>
                    <a:pt x="13843" y="12573"/>
                    <a:pt x="13081" y="13335"/>
                  </a:cubicBezTo>
                  <a:lnTo>
                    <a:pt x="9144" y="9398"/>
                  </a:lnTo>
                  <a:lnTo>
                    <a:pt x="13081" y="13335"/>
                  </a:lnTo>
                  <a:cubicBezTo>
                    <a:pt x="12319" y="14097"/>
                    <a:pt x="11811" y="14859"/>
                    <a:pt x="11430" y="15875"/>
                  </a:cubicBezTo>
                  <a:cubicBezTo>
                    <a:pt x="11049" y="16764"/>
                    <a:pt x="10795" y="17780"/>
                    <a:pt x="10795" y="18796"/>
                  </a:cubicBezTo>
                  <a:cubicBezTo>
                    <a:pt x="10795" y="19812"/>
                    <a:pt x="11049" y="20828"/>
                    <a:pt x="11430" y="21717"/>
                  </a:cubicBezTo>
                  <a:cubicBezTo>
                    <a:pt x="11811" y="22606"/>
                    <a:pt x="12319" y="23495"/>
                    <a:pt x="13081" y="24257"/>
                  </a:cubicBezTo>
                  <a:lnTo>
                    <a:pt x="9144" y="28194"/>
                  </a:lnTo>
                  <a:lnTo>
                    <a:pt x="13081" y="24257"/>
                  </a:lnTo>
                  <a:cubicBezTo>
                    <a:pt x="13843" y="25019"/>
                    <a:pt x="14605" y="25527"/>
                    <a:pt x="15621" y="25908"/>
                  </a:cubicBezTo>
                  <a:cubicBezTo>
                    <a:pt x="16637" y="26289"/>
                    <a:pt x="17526" y="26543"/>
                    <a:pt x="18542" y="26543"/>
                  </a:cubicBezTo>
                  <a:cubicBezTo>
                    <a:pt x="19558" y="26543"/>
                    <a:pt x="20574" y="26289"/>
                    <a:pt x="21463" y="25908"/>
                  </a:cubicBezTo>
                  <a:cubicBezTo>
                    <a:pt x="22352" y="25527"/>
                    <a:pt x="23241" y="25019"/>
                    <a:pt x="24003" y="24257"/>
                  </a:cubicBezTo>
                  <a:lnTo>
                    <a:pt x="27940" y="28194"/>
                  </a:lnTo>
                  <a:lnTo>
                    <a:pt x="24003" y="24257"/>
                  </a:lnTo>
                  <a:cubicBezTo>
                    <a:pt x="24765" y="23495"/>
                    <a:pt x="25273" y="22733"/>
                    <a:pt x="25654" y="21717"/>
                  </a:cubicBezTo>
                  <a:cubicBezTo>
                    <a:pt x="26035" y="20828"/>
                    <a:pt x="26289" y="19812"/>
                    <a:pt x="26289" y="187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64067" y="502017"/>
              <a:ext cx="37596" cy="37601"/>
            </a:xfrm>
            <a:custGeom>
              <a:avLst/>
              <a:gdLst/>
              <a:ahLst/>
              <a:cxnLst/>
              <a:rect r="r" b="b" t="t" l="l"/>
              <a:pathLst>
                <a:path h="37601" w="37596">
                  <a:moveTo>
                    <a:pt x="16831" y="11698"/>
                  </a:moveTo>
                  <a:cubicBezTo>
                    <a:pt x="15561" y="12079"/>
                    <a:pt x="14545" y="12714"/>
                    <a:pt x="13656" y="13603"/>
                  </a:cubicBezTo>
                  <a:cubicBezTo>
                    <a:pt x="12767" y="14492"/>
                    <a:pt x="12132" y="15508"/>
                    <a:pt x="11751" y="16778"/>
                  </a:cubicBezTo>
                  <a:lnTo>
                    <a:pt x="6290" y="15254"/>
                  </a:lnTo>
                  <a:lnTo>
                    <a:pt x="11751" y="16778"/>
                  </a:lnTo>
                  <a:cubicBezTo>
                    <a:pt x="11370" y="18048"/>
                    <a:pt x="11370" y="19191"/>
                    <a:pt x="11624" y="20461"/>
                  </a:cubicBezTo>
                  <a:cubicBezTo>
                    <a:pt x="11878" y="21731"/>
                    <a:pt x="12513" y="22747"/>
                    <a:pt x="13275" y="23763"/>
                  </a:cubicBezTo>
                  <a:lnTo>
                    <a:pt x="9084" y="27446"/>
                  </a:lnTo>
                  <a:lnTo>
                    <a:pt x="13275" y="23763"/>
                  </a:lnTo>
                  <a:cubicBezTo>
                    <a:pt x="14164" y="24779"/>
                    <a:pt x="15180" y="25414"/>
                    <a:pt x="16323" y="25922"/>
                  </a:cubicBezTo>
                  <a:cubicBezTo>
                    <a:pt x="17593" y="26303"/>
                    <a:pt x="18736" y="26430"/>
                    <a:pt x="20006" y="26303"/>
                  </a:cubicBezTo>
                  <a:cubicBezTo>
                    <a:pt x="21276" y="26049"/>
                    <a:pt x="22419" y="25668"/>
                    <a:pt x="23435" y="24779"/>
                  </a:cubicBezTo>
                  <a:lnTo>
                    <a:pt x="26864" y="29224"/>
                  </a:lnTo>
                  <a:lnTo>
                    <a:pt x="23435" y="24779"/>
                  </a:lnTo>
                  <a:cubicBezTo>
                    <a:pt x="24451" y="24017"/>
                    <a:pt x="25213" y="23001"/>
                    <a:pt x="25721" y="21858"/>
                  </a:cubicBezTo>
                  <a:cubicBezTo>
                    <a:pt x="26229" y="20715"/>
                    <a:pt x="26483" y="19445"/>
                    <a:pt x="26356" y="18175"/>
                  </a:cubicBezTo>
                  <a:lnTo>
                    <a:pt x="31944" y="17667"/>
                  </a:lnTo>
                  <a:lnTo>
                    <a:pt x="26356" y="18175"/>
                  </a:lnTo>
                  <a:cubicBezTo>
                    <a:pt x="26229" y="16905"/>
                    <a:pt x="25848" y="15762"/>
                    <a:pt x="25086" y="14619"/>
                  </a:cubicBezTo>
                  <a:cubicBezTo>
                    <a:pt x="24324" y="13603"/>
                    <a:pt x="23435" y="12714"/>
                    <a:pt x="22292" y="12206"/>
                  </a:cubicBezTo>
                  <a:lnTo>
                    <a:pt x="24832" y="7126"/>
                  </a:lnTo>
                  <a:lnTo>
                    <a:pt x="22292" y="12206"/>
                  </a:lnTo>
                  <a:cubicBezTo>
                    <a:pt x="21149" y="11571"/>
                    <a:pt x="20006" y="11317"/>
                    <a:pt x="18609" y="11317"/>
                  </a:cubicBezTo>
                  <a:cubicBezTo>
                    <a:pt x="15434" y="11444"/>
                    <a:pt x="12894" y="8904"/>
                    <a:pt x="12767" y="5856"/>
                  </a:cubicBezTo>
                  <a:cubicBezTo>
                    <a:pt x="12640" y="2808"/>
                    <a:pt x="15180" y="141"/>
                    <a:pt x="18228" y="14"/>
                  </a:cubicBezTo>
                  <a:cubicBezTo>
                    <a:pt x="21276" y="-113"/>
                    <a:pt x="24451" y="649"/>
                    <a:pt x="27372" y="2046"/>
                  </a:cubicBezTo>
                  <a:cubicBezTo>
                    <a:pt x="30166" y="3570"/>
                    <a:pt x="32579" y="5602"/>
                    <a:pt x="34357" y="8269"/>
                  </a:cubicBezTo>
                  <a:lnTo>
                    <a:pt x="29658" y="11444"/>
                  </a:lnTo>
                  <a:lnTo>
                    <a:pt x="34357" y="8269"/>
                  </a:lnTo>
                  <a:cubicBezTo>
                    <a:pt x="36135" y="10936"/>
                    <a:pt x="37151" y="13857"/>
                    <a:pt x="37532" y="17032"/>
                  </a:cubicBezTo>
                  <a:cubicBezTo>
                    <a:pt x="37786" y="20207"/>
                    <a:pt x="37278" y="23382"/>
                    <a:pt x="36008" y="26303"/>
                  </a:cubicBezTo>
                  <a:lnTo>
                    <a:pt x="30801" y="24017"/>
                  </a:lnTo>
                  <a:lnTo>
                    <a:pt x="36008" y="26303"/>
                  </a:lnTo>
                  <a:cubicBezTo>
                    <a:pt x="34738" y="29224"/>
                    <a:pt x="32833" y="31764"/>
                    <a:pt x="30293" y="33669"/>
                  </a:cubicBezTo>
                  <a:cubicBezTo>
                    <a:pt x="27753" y="35574"/>
                    <a:pt x="24832" y="36844"/>
                    <a:pt x="21657" y="37352"/>
                  </a:cubicBezTo>
                  <a:lnTo>
                    <a:pt x="20768" y="31764"/>
                  </a:lnTo>
                  <a:lnTo>
                    <a:pt x="21657" y="37352"/>
                  </a:lnTo>
                  <a:cubicBezTo>
                    <a:pt x="18482" y="37860"/>
                    <a:pt x="15307" y="37606"/>
                    <a:pt x="12386" y="36463"/>
                  </a:cubicBezTo>
                  <a:lnTo>
                    <a:pt x="14291" y="31129"/>
                  </a:lnTo>
                  <a:lnTo>
                    <a:pt x="12386" y="36463"/>
                  </a:lnTo>
                  <a:cubicBezTo>
                    <a:pt x="9338" y="35320"/>
                    <a:pt x="6798" y="33542"/>
                    <a:pt x="4639" y="31256"/>
                  </a:cubicBezTo>
                  <a:cubicBezTo>
                    <a:pt x="2480" y="28843"/>
                    <a:pt x="1083" y="26049"/>
                    <a:pt x="448" y="22874"/>
                  </a:cubicBezTo>
                  <a:lnTo>
                    <a:pt x="5909" y="21604"/>
                  </a:lnTo>
                  <a:lnTo>
                    <a:pt x="448" y="22874"/>
                  </a:lnTo>
                  <a:cubicBezTo>
                    <a:pt x="-187" y="19699"/>
                    <a:pt x="-187" y="16651"/>
                    <a:pt x="702" y="13476"/>
                  </a:cubicBezTo>
                  <a:cubicBezTo>
                    <a:pt x="1591" y="10428"/>
                    <a:pt x="3242" y="7761"/>
                    <a:pt x="5528" y="5475"/>
                  </a:cubicBezTo>
                  <a:lnTo>
                    <a:pt x="9465" y="9412"/>
                  </a:lnTo>
                  <a:lnTo>
                    <a:pt x="5528" y="5475"/>
                  </a:lnTo>
                  <a:cubicBezTo>
                    <a:pt x="7814" y="3189"/>
                    <a:pt x="10481" y="1665"/>
                    <a:pt x="13529" y="776"/>
                  </a:cubicBezTo>
                  <a:cubicBezTo>
                    <a:pt x="16577" y="-113"/>
                    <a:pt x="19625" y="1665"/>
                    <a:pt x="20514" y="4586"/>
                  </a:cubicBezTo>
                  <a:cubicBezTo>
                    <a:pt x="21403" y="7507"/>
                    <a:pt x="19625" y="10682"/>
                    <a:pt x="16704" y="115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480822" y="457835"/>
              <a:ext cx="37592" cy="37592"/>
            </a:xfrm>
            <a:custGeom>
              <a:avLst/>
              <a:gdLst/>
              <a:ahLst/>
              <a:cxnLst/>
              <a:rect r="r" b="b" t="t" l="l"/>
              <a:pathLst>
                <a:path h="37592" w="37592">
                  <a:moveTo>
                    <a:pt x="37592" y="18796"/>
                  </a:moveTo>
                  <a:cubicBezTo>
                    <a:pt x="37592" y="21336"/>
                    <a:pt x="37084" y="23749"/>
                    <a:pt x="36195" y="26035"/>
                  </a:cubicBezTo>
                  <a:lnTo>
                    <a:pt x="30988" y="23876"/>
                  </a:lnTo>
                  <a:lnTo>
                    <a:pt x="36195" y="26035"/>
                  </a:lnTo>
                  <a:cubicBezTo>
                    <a:pt x="35179" y="28321"/>
                    <a:pt x="33909" y="30353"/>
                    <a:pt x="32131" y="32131"/>
                  </a:cubicBezTo>
                  <a:lnTo>
                    <a:pt x="28194" y="28194"/>
                  </a:lnTo>
                  <a:lnTo>
                    <a:pt x="32131" y="32131"/>
                  </a:lnTo>
                  <a:cubicBezTo>
                    <a:pt x="30353" y="33909"/>
                    <a:pt x="28321" y="35306"/>
                    <a:pt x="26035" y="36195"/>
                  </a:cubicBezTo>
                  <a:cubicBezTo>
                    <a:pt x="23749" y="37211"/>
                    <a:pt x="21336" y="37592"/>
                    <a:pt x="18796" y="37592"/>
                  </a:cubicBezTo>
                  <a:lnTo>
                    <a:pt x="18796" y="32004"/>
                  </a:lnTo>
                  <a:lnTo>
                    <a:pt x="18796" y="37592"/>
                  </a:lnTo>
                  <a:cubicBezTo>
                    <a:pt x="16256" y="37592"/>
                    <a:pt x="13843" y="37084"/>
                    <a:pt x="11557" y="36195"/>
                  </a:cubicBezTo>
                  <a:cubicBezTo>
                    <a:pt x="9271" y="35179"/>
                    <a:pt x="7239" y="33909"/>
                    <a:pt x="5461" y="32131"/>
                  </a:cubicBezTo>
                  <a:lnTo>
                    <a:pt x="9398" y="28194"/>
                  </a:lnTo>
                  <a:lnTo>
                    <a:pt x="5461" y="32131"/>
                  </a:lnTo>
                  <a:cubicBezTo>
                    <a:pt x="3683" y="30353"/>
                    <a:pt x="2286" y="28321"/>
                    <a:pt x="1397" y="26035"/>
                  </a:cubicBezTo>
                  <a:lnTo>
                    <a:pt x="6604" y="23876"/>
                  </a:lnTo>
                  <a:lnTo>
                    <a:pt x="1397" y="26035"/>
                  </a:lnTo>
                  <a:cubicBezTo>
                    <a:pt x="381" y="23749"/>
                    <a:pt x="0" y="21336"/>
                    <a:pt x="0" y="18796"/>
                  </a:cubicBezTo>
                  <a:lnTo>
                    <a:pt x="5588" y="18796"/>
                  </a:lnTo>
                  <a:lnTo>
                    <a:pt x="0" y="18796"/>
                  </a:lnTo>
                  <a:cubicBezTo>
                    <a:pt x="0" y="16256"/>
                    <a:pt x="508" y="13843"/>
                    <a:pt x="1397" y="11557"/>
                  </a:cubicBezTo>
                  <a:lnTo>
                    <a:pt x="6604" y="13716"/>
                  </a:lnTo>
                  <a:lnTo>
                    <a:pt x="1397" y="11557"/>
                  </a:lnTo>
                  <a:cubicBezTo>
                    <a:pt x="2413" y="9271"/>
                    <a:pt x="3683" y="7239"/>
                    <a:pt x="5461" y="5461"/>
                  </a:cubicBezTo>
                  <a:lnTo>
                    <a:pt x="9398" y="9398"/>
                  </a:lnTo>
                  <a:lnTo>
                    <a:pt x="5461" y="5461"/>
                  </a:lnTo>
                  <a:cubicBezTo>
                    <a:pt x="7239" y="3683"/>
                    <a:pt x="9271" y="2286"/>
                    <a:pt x="11557" y="1397"/>
                  </a:cubicBezTo>
                  <a:lnTo>
                    <a:pt x="13716" y="6604"/>
                  </a:lnTo>
                  <a:lnTo>
                    <a:pt x="11557" y="1397"/>
                  </a:lnTo>
                  <a:cubicBezTo>
                    <a:pt x="13843" y="381"/>
                    <a:pt x="16256" y="0"/>
                    <a:pt x="18796" y="0"/>
                  </a:cubicBezTo>
                  <a:lnTo>
                    <a:pt x="18796" y="5588"/>
                  </a:lnTo>
                  <a:lnTo>
                    <a:pt x="18796" y="0"/>
                  </a:lnTo>
                  <a:cubicBezTo>
                    <a:pt x="21336" y="0"/>
                    <a:pt x="23749" y="508"/>
                    <a:pt x="26035" y="1397"/>
                  </a:cubicBezTo>
                  <a:lnTo>
                    <a:pt x="23876" y="6604"/>
                  </a:lnTo>
                  <a:lnTo>
                    <a:pt x="26035" y="1397"/>
                  </a:lnTo>
                  <a:cubicBezTo>
                    <a:pt x="28321" y="2413"/>
                    <a:pt x="30353" y="3683"/>
                    <a:pt x="32131" y="5461"/>
                  </a:cubicBezTo>
                  <a:lnTo>
                    <a:pt x="28194" y="9398"/>
                  </a:lnTo>
                  <a:lnTo>
                    <a:pt x="32131" y="5461"/>
                  </a:lnTo>
                  <a:cubicBezTo>
                    <a:pt x="33909" y="7239"/>
                    <a:pt x="35306" y="9271"/>
                    <a:pt x="36195" y="11557"/>
                  </a:cubicBezTo>
                  <a:lnTo>
                    <a:pt x="30988" y="13716"/>
                  </a:lnTo>
                  <a:lnTo>
                    <a:pt x="36195" y="11557"/>
                  </a:lnTo>
                  <a:cubicBezTo>
                    <a:pt x="37211" y="13843"/>
                    <a:pt x="37592" y="16256"/>
                    <a:pt x="37592" y="18796"/>
                  </a:cubicBezTo>
                  <a:lnTo>
                    <a:pt x="32004" y="18796"/>
                  </a:lnTo>
                  <a:lnTo>
                    <a:pt x="37592" y="18796"/>
                  </a:lnTo>
                  <a:moveTo>
                    <a:pt x="26289" y="18796"/>
                  </a:moveTo>
                  <a:cubicBezTo>
                    <a:pt x="26289" y="17780"/>
                    <a:pt x="26162" y="16764"/>
                    <a:pt x="25654" y="15875"/>
                  </a:cubicBezTo>
                  <a:cubicBezTo>
                    <a:pt x="25146" y="14986"/>
                    <a:pt x="24765" y="14097"/>
                    <a:pt x="24003" y="13462"/>
                  </a:cubicBezTo>
                  <a:cubicBezTo>
                    <a:pt x="23241" y="12700"/>
                    <a:pt x="22479" y="12192"/>
                    <a:pt x="21590" y="11811"/>
                  </a:cubicBezTo>
                  <a:cubicBezTo>
                    <a:pt x="20701" y="11430"/>
                    <a:pt x="19685" y="11176"/>
                    <a:pt x="18669" y="11176"/>
                  </a:cubicBezTo>
                  <a:cubicBezTo>
                    <a:pt x="17653" y="11176"/>
                    <a:pt x="16637" y="11303"/>
                    <a:pt x="15748" y="11811"/>
                  </a:cubicBezTo>
                  <a:cubicBezTo>
                    <a:pt x="14859" y="12192"/>
                    <a:pt x="13970" y="12700"/>
                    <a:pt x="13335" y="13462"/>
                  </a:cubicBezTo>
                  <a:cubicBezTo>
                    <a:pt x="12573" y="14224"/>
                    <a:pt x="12065" y="14986"/>
                    <a:pt x="11684" y="15875"/>
                  </a:cubicBezTo>
                  <a:cubicBezTo>
                    <a:pt x="11303" y="16764"/>
                    <a:pt x="11049" y="17780"/>
                    <a:pt x="11049" y="18796"/>
                  </a:cubicBezTo>
                  <a:cubicBezTo>
                    <a:pt x="11049" y="19812"/>
                    <a:pt x="11176" y="20828"/>
                    <a:pt x="11684" y="21717"/>
                  </a:cubicBezTo>
                  <a:cubicBezTo>
                    <a:pt x="12065" y="22606"/>
                    <a:pt x="12573" y="23495"/>
                    <a:pt x="13335" y="24130"/>
                  </a:cubicBezTo>
                  <a:cubicBezTo>
                    <a:pt x="14097" y="24765"/>
                    <a:pt x="14859" y="25400"/>
                    <a:pt x="15748" y="25781"/>
                  </a:cubicBezTo>
                  <a:lnTo>
                    <a:pt x="13589" y="30988"/>
                  </a:lnTo>
                  <a:lnTo>
                    <a:pt x="15748" y="25781"/>
                  </a:lnTo>
                  <a:cubicBezTo>
                    <a:pt x="16637" y="26162"/>
                    <a:pt x="17653" y="26416"/>
                    <a:pt x="18669" y="26416"/>
                  </a:cubicBezTo>
                  <a:cubicBezTo>
                    <a:pt x="19685" y="26416"/>
                    <a:pt x="20701" y="26289"/>
                    <a:pt x="21590" y="25781"/>
                  </a:cubicBezTo>
                  <a:lnTo>
                    <a:pt x="23749" y="30988"/>
                  </a:lnTo>
                  <a:lnTo>
                    <a:pt x="21590" y="25781"/>
                  </a:lnTo>
                  <a:cubicBezTo>
                    <a:pt x="22479" y="25400"/>
                    <a:pt x="23368" y="24892"/>
                    <a:pt x="24003" y="24130"/>
                  </a:cubicBezTo>
                  <a:cubicBezTo>
                    <a:pt x="24638" y="23368"/>
                    <a:pt x="25273" y="22606"/>
                    <a:pt x="25654" y="21717"/>
                  </a:cubicBezTo>
                  <a:cubicBezTo>
                    <a:pt x="26035" y="20828"/>
                    <a:pt x="26289" y="19812"/>
                    <a:pt x="26289" y="187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38099" y="444119"/>
              <a:ext cx="11176" cy="106934"/>
            </a:xfrm>
            <a:custGeom>
              <a:avLst/>
              <a:gdLst/>
              <a:ahLst/>
              <a:cxnLst/>
              <a:rect r="r" b="b" t="t" l="l"/>
              <a:pathLst>
                <a:path h="106934" w="11176">
                  <a:moveTo>
                    <a:pt x="11176" y="5588"/>
                  </a:moveTo>
                  <a:lnTo>
                    <a:pt x="11176" y="101346"/>
                  </a:lnTo>
                  <a:cubicBezTo>
                    <a:pt x="11176" y="104521"/>
                    <a:pt x="8636" y="106934"/>
                    <a:pt x="5588" y="106934"/>
                  </a:cubicBezTo>
                  <a:cubicBezTo>
                    <a:pt x="2540" y="106934"/>
                    <a:pt x="0" y="104394"/>
                    <a:pt x="0" y="101346"/>
                  </a:cubicBezTo>
                  <a:lnTo>
                    <a:pt x="0" y="5588"/>
                  </a:lnTo>
                  <a:cubicBezTo>
                    <a:pt x="0" y="2413"/>
                    <a:pt x="2540" y="0"/>
                    <a:pt x="5588" y="0"/>
                  </a:cubicBezTo>
                  <a:cubicBezTo>
                    <a:pt x="8636" y="0"/>
                    <a:pt x="11176" y="2540"/>
                    <a:pt x="11176" y="55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537845" y="539750"/>
              <a:ext cx="11430" cy="103886"/>
            </a:xfrm>
            <a:custGeom>
              <a:avLst/>
              <a:gdLst/>
              <a:ahLst/>
              <a:cxnLst/>
              <a:rect r="r" b="b" t="t" l="l"/>
              <a:pathLst>
                <a:path h="103886" w="11430">
                  <a:moveTo>
                    <a:pt x="11430" y="5715"/>
                  </a:moveTo>
                  <a:lnTo>
                    <a:pt x="11303" y="98298"/>
                  </a:lnTo>
                  <a:cubicBezTo>
                    <a:pt x="11303" y="101473"/>
                    <a:pt x="8763" y="103886"/>
                    <a:pt x="5588" y="103886"/>
                  </a:cubicBezTo>
                  <a:cubicBezTo>
                    <a:pt x="2413" y="103886"/>
                    <a:pt x="0" y="101346"/>
                    <a:pt x="0" y="98171"/>
                  </a:cubicBezTo>
                  <a:lnTo>
                    <a:pt x="127" y="5588"/>
                  </a:lnTo>
                  <a:cubicBezTo>
                    <a:pt x="127" y="2413"/>
                    <a:pt x="2667" y="0"/>
                    <a:pt x="5842" y="0"/>
                  </a:cubicBezTo>
                  <a:cubicBezTo>
                    <a:pt x="9017" y="0"/>
                    <a:pt x="11430" y="2540"/>
                    <a:pt x="11430" y="57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410186" y="517799"/>
              <a:ext cx="33397" cy="84101"/>
            </a:xfrm>
            <a:custGeom>
              <a:avLst/>
              <a:gdLst/>
              <a:ahLst/>
              <a:cxnLst/>
              <a:rect r="r" b="b" t="t" l="l"/>
              <a:pathLst>
                <a:path h="84101" w="33397">
                  <a:moveTo>
                    <a:pt x="25043" y="83800"/>
                  </a:moveTo>
                  <a:cubicBezTo>
                    <a:pt x="21360" y="81768"/>
                    <a:pt x="18058" y="79355"/>
                    <a:pt x="15010" y="76434"/>
                  </a:cubicBezTo>
                  <a:lnTo>
                    <a:pt x="18947" y="72370"/>
                  </a:lnTo>
                  <a:lnTo>
                    <a:pt x="15010" y="76434"/>
                  </a:lnTo>
                  <a:cubicBezTo>
                    <a:pt x="11962" y="73513"/>
                    <a:pt x="9295" y="70338"/>
                    <a:pt x="7136" y="66782"/>
                  </a:cubicBezTo>
                  <a:lnTo>
                    <a:pt x="11962" y="63861"/>
                  </a:lnTo>
                  <a:lnTo>
                    <a:pt x="7136" y="66782"/>
                  </a:lnTo>
                  <a:cubicBezTo>
                    <a:pt x="4977" y="63226"/>
                    <a:pt x="3199" y="59416"/>
                    <a:pt x="2056" y="55352"/>
                  </a:cubicBezTo>
                  <a:lnTo>
                    <a:pt x="7517" y="53701"/>
                  </a:lnTo>
                  <a:lnTo>
                    <a:pt x="2056" y="55352"/>
                  </a:lnTo>
                  <a:cubicBezTo>
                    <a:pt x="913" y="51288"/>
                    <a:pt x="151" y="47224"/>
                    <a:pt x="24" y="43033"/>
                  </a:cubicBezTo>
                  <a:lnTo>
                    <a:pt x="5612" y="42906"/>
                  </a:lnTo>
                  <a:lnTo>
                    <a:pt x="24" y="43033"/>
                  </a:lnTo>
                  <a:cubicBezTo>
                    <a:pt x="-103" y="38842"/>
                    <a:pt x="278" y="34651"/>
                    <a:pt x="1294" y="30587"/>
                  </a:cubicBezTo>
                  <a:cubicBezTo>
                    <a:pt x="2310" y="26523"/>
                    <a:pt x="3707" y="22586"/>
                    <a:pt x="5739" y="18903"/>
                  </a:cubicBezTo>
                  <a:lnTo>
                    <a:pt x="10692" y="21570"/>
                  </a:lnTo>
                  <a:lnTo>
                    <a:pt x="5739" y="18903"/>
                  </a:lnTo>
                  <a:cubicBezTo>
                    <a:pt x="7771" y="15220"/>
                    <a:pt x="10184" y="11791"/>
                    <a:pt x="12978" y="8743"/>
                  </a:cubicBezTo>
                  <a:lnTo>
                    <a:pt x="17042" y="12553"/>
                  </a:lnTo>
                  <a:lnTo>
                    <a:pt x="12978" y="8743"/>
                  </a:lnTo>
                  <a:cubicBezTo>
                    <a:pt x="15899" y="5695"/>
                    <a:pt x="19074" y="3028"/>
                    <a:pt x="22630" y="869"/>
                  </a:cubicBezTo>
                  <a:cubicBezTo>
                    <a:pt x="25297" y="-782"/>
                    <a:pt x="28726" y="-20"/>
                    <a:pt x="30377" y="2647"/>
                  </a:cubicBezTo>
                  <a:cubicBezTo>
                    <a:pt x="32028" y="5314"/>
                    <a:pt x="31266" y="8743"/>
                    <a:pt x="28599" y="10394"/>
                  </a:cubicBezTo>
                  <a:cubicBezTo>
                    <a:pt x="25932" y="12045"/>
                    <a:pt x="23392" y="14077"/>
                    <a:pt x="21233" y="16363"/>
                  </a:cubicBezTo>
                  <a:cubicBezTo>
                    <a:pt x="19074" y="18649"/>
                    <a:pt x="17169" y="21316"/>
                    <a:pt x="15645" y="24110"/>
                  </a:cubicBezTo>
                  <a:cubicBezTo>
                    <a:pt x="14121" y="26904"/>
                    <a:pt x="12978" y="29952"/>
                    <a:pt x="12216" y="33000"/>
                  </a:cubicBezTo>
                  <a:lnTo>
                    <a:pt x="6755" y="31730"/>
                  </a:lnTo>
                  <a:lnTo>
                    <a:pt x="12216" y="33000"/>
                  </a:lnTo>
                  <a:cubicBezTo>
                    <a:pt x="11454" y="36175"/>
                    <a:pt x="11200" y="39223"/>
                    <a:pt x="11200" y="42525"/>
                  </a:cubicBezTo>
                  <a:cubicBezTo>
                    <a:pt x="11327" y="45700"/>
                    <a:pt x="11835" y="48875"/>
                    <a:pt x="12724" y="51923"/>
                  </a:cubicBezTo>
                  <a:cubicBezTo>
                    <a:pt x="13613" y="54971"/>
                    <a:pt x="14883" y="57892"/>
                    <a:pt x="16661" y="60559"/>
                  </a:cubicBezTo>
                  <a:cubicBezTo>
                    <a:pt x="18312" y="63226"/>
                    <a:pt x="20344" y="65766"/>
                    <a:pt x="22630" y="67925"/>
                  </a:cubicBezTo>
                  <a:cubicBezTo>
                    <a:pt x="24916" y="70084"/>
                    <a:pt x="27456" y="71989"/>
                    <a:pt x="30377" y="73513"/>
                  </a:cubicBezTo>
                  <a:cubicBezTo>
                    <a:pt x="33298" y="75037"/>
                    <a:pt x="34187" y="78466"/>
                    <a:pt x="32663" y="81133"/>
                  </a:cubicBezTo>
                  <a:cubicBezTo>
                    <a:pt x="31139" y="83800"/>
                    <a:pt x="27710" y="84943"/>
                    <a:pt x="25043" y="8341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428085" y="462261"/>
              <a:ext cx="49200" cy="67009"/>
            </a:xfrm>
            <a:custGeom>
              <a:avLst/>
              <a:gdLst/>
              <a:ahLst/>
              <a:cxnLst/>
              <a:rect r="r" b="b" t="t" l="l"/>
              <a:pathLst>
                <a:path h="67009" w="49200">
                  <a:moveTo>
                    <a:pt x="44355" y="11322"/>
                  </a:moveTo>
                  <a:cubicBezTo>
                    <a:pt x="41561" y="11576"/>
                    <a:pt x="38894" y="12084"/>
                    <a:pt x="36354" y="12973"/>
                  </a:cubicBezTo>
                  <a:lnTo>
                    <a:pt x="34576" y="7639"/>
                  </a:lnTo>
                  <a:lnTo>
                    <a:pt x="36354" y="12973"/>
                  </a:lnTo>
                  <a:cubicBezTo>
                    <a:pt x="33687" y="13862"/>
                    <a:pt x="31274" y="15005"/>
                    <a:pt x="28861" y="16402"/>
                  </a:cubicBezTo>
                  <a:lnTo>
                    <a:pt x="25940" y="11576"/>
                  </a:lnTo>
                  <a:lnTo>
                    <a:pt x="28861" y="16402"/>
                  </a:lnTo>
                  <a:cubicBezTo>
                    <a:pt x="26448" y="17799"/>
                    <a:pt x="24289" y="19577"/>
                    <a:pt x="22384" y="21482"/>
                  </a:cubicBezTo>
                  <a:lnTo>
                    <a:pt x="18447" y="17418"/>
                  </a:lnTo>
                  <a:lnTo>
                    <a:pt x="22384" y="21482"/>
                  </a:lnTo>
                  <a:cubicBezTo>
                    <a:pt x="20352" y="23387"/>
                    <a:pt x="18701" y="25546"/>
                    <a:pt x="17177" y="27832"/>
                  </a:cubicBezTo>
                  <a:cubicBezTo>
                    <a:pt x="15653" y="30118"/>
                    <a:pt x="14510" y="32658"/>
                    <a:pt x="13494" y="35198"/>
                  </a:cubicBezTo>
                  <a:lnTo>
                    <a:pt x="8160" y="33293"/>
                  </a:lnTo>
                  <a:lnTo>
                    <a:pt x="13494" y="35198"/>
                  </a:lnTo>
                  <a:cubicBezTo>
                    <a:pt x="12605" y="37738"/>
                    <a:pt x="11970" y="40405"/>
                    <a:pt x="11589" y="43199"/>
                  </a:cubicBezTo>
                  <a:lnTo>
                    <a:pt x="6001" y="42564"/>
                  </a:lnTo>
                  <a:lnTo>
                    <a:pt x="11589" y="43199"/>
                  </a:lnTo>
                  <a:cubicBezTo>
                    <a:pt x="11208" y="45993"/>
                    <a:pt x="11208" y="48660"/>
                    <a:pt x="11589" y="51454"/>
                  </a:cubicBezTo>
                  <a:lnTo>
                    <a:pt x="6001" y="52089"/>
                  </a:lnTo>
                  <a:lnTo>
                    <a:pt x="11589" y="51454"/>
                  </a:lnTo>
                  <a:cubicBezTo>
                    <a:pt x="11843" y="54248"/>
                    <a:pt x="12478" y="56915"/>
                    <a:pt x="13367" y="59455"/>
                  </a:cubicBezTo>
                  <a:cubicBezTo>
                    <a:pt x="14383" y="62376"/>
                    <a:pt x="12859" y="65678"/>
                    <a:pt x="9938" y="66694"/>
                  </a:cubicBezTo>
                  <a:cubicBezTo>
                    <a:pt x="7017" y="67710"/>
                    <a:pt x="3715" y="66186"/>
                    <a:pt x="2699" y="63265"/>
                  </a:cubicBezTo>
                  <a:cubicBezTo>
                    <a:pt x="1556" y="59836"/>
                    <a:pt x="667" y="56407"/>
                    <a:pt x="286" y="52724"/>
                  </a:cubicBezTo>
                  <a:cubicBezTo>
                    <a:pt x="-95" y="49168"/>
                    <a:pt x="-95" y="45485"/>
                    <a:pt x="286" y="41929"/>
                  </a:cubicBezTo>
                  <a:cubicBezTo>
                    <a:pt x="667" y="38373"/>
                    <a:pt x="1556" y="34817"/>
                    <a:pt x="2699" y="31388"/>
                  </a:cubicBezTo>
                  <a:cubicBezTo>
                    <a:pt x="3842" y="27959"/>
                    <a:pt x="5493" y="24784"/>
                    <a:pt x="7398" y="21736"/>
                  </a:cubicBezTo>
                  <a:lnTo>
                    <a:pt x="12097" y="24784"/>
                  </a:lnTo>
                  <a:lnTo>
                    <a:pt x="7398" y="21736"/>
                  </a:lnTo>
                  <a:cubicBezTo>
                    <a:pt x="9303" y="18688"/>
                    <a:pt x="11589" y="15894"/>
                    <a:pt x="14256" y="13354"/>
                  </a:cubicBezTo>
                  <a:cubicBezTo>
                    <a:pt x="16796" y="10814"/>
                    <a:pt x="19717" y="8655"/>
                    <a:pt x="22765" y="6750"/>
                  </a:cubicBezTo>
                  <a:cubicBezTo>
                    <a:pt x="25813" y="4845"/>
                    <a:pt x="29115" y="3321"/>
                    <a:pt x="32544" y="2178"/>
                  </a:cubicBezTo>
                  <a:cubicBezTo>
                    <a:pt x="35973" y="1035"/>
                    <a:pt x="39529" y="273"/>
                    <a:pt x="43085" y="19"/>
                  </a:cubicBezTo>
                  <a:cubicBezTo>
                    <a:pt x="46133" y="-235"/>
                    <a:pt x="48927" y="2051"/>
                    <a:pt x="49181" y="5099"/>
                  </a:cubicBezTo>
                  <a:cubicBezTo>
                    <a:pt x="49435" y="8147"/>
                    <a:pt x="47149" y="10941"/>
                    <a:pt x="44101" y="111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576961" y="482473"/>
              <a:ext cx="11303" cy="30607"/>
            </a:xfrm>
            <a:custGeom>
              <a:avLst/>
              <a:gdLst/>
              <a:ahLst/>
              <a:cxnLst/>
              <a:rect r="r" b="b" t="t" l="l"/>
              <a:pathLst>
                <a:path h="30607" w="11303">
                  <a:moveTo>
                    <a:pt x="0" y="24892"/>
                  </a:moveTo>
                  <a:lnTo>
                    <a:pt x="0" y="5588"/>
                  </a:lnTo>
                  <a:cubicBezTo>
                    <a:pt x="0" y="2413"/>
                    <a:pt x="2540" y="0"/>
                    <a:pt x="5715" y="0"/>
                  </a:cubicBezTo>
                  <a:cubicBezTo>
                    <a:pt x="8890" y="0"/>
                    <a:pt x="11303" y="2540"/>
                    <a:pt x="11303" y="5715"/>
                  </a:cubicBezTo>
                  <a:lnTo>
                    <a:pt x="11303" y="25019"/>
                  </a:lnTo>
                  <a:cubicBezTo>
                    <a:pt x="11303" y="28194"/>
                    <a:pt x="8763" y="30607"/>
                    <a:pt x="5588" y="30607"/>
                  </a:cubicBezTo>
                  <a:cubicBezTo>
                    <a:pt x="2413" y="30607"/>
                    <a:pt x="0" y="28067"/>
                    <a:pt x="0" y="248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507492" y="471424"/>
              <a:ext cx="69469" cy="11176"/>
            </a:xfrm>
            <a:custGeom>
              <a:avLst/>
              <a:gdLst/>
              <a:ahLst/>
              <a:cxnLst/>
              <a:rect r="r" b="b" t="t" l="l"/>
              <a:pathLst>
                <a:path h="11176" w="69469">
                  <a:moveTo>
                    <a:pt x="64008" y="11176"/>
                  </a:moveTo>
                  <a:lnTo>
                    <a:pt x="5588" y="11176"/>
                  </a:lnTo>
                  <a:cubicBezTo>
                    <a:pt x="2413" y="11176"/>
                    <a:pt x="0" y="8636"/>
                    <a:pt x="0" y="5588"/>
                  </a:cubicBezTo>
                  <a:cubicBezTo>
                    <a:pt x="0" y="2540"/>
                    <a:pt x="2540" y="0"/>
                    <a:pt x="5588" y="0"/>
                  </a:cubicBezTo>
                  <a:lnTo>
                    <a:pt x="63881" y="0"/>
                  </a:lnTo>
                  <a:cubicBezTo>
                    <a:pt x="67056" y="0"/>
                    <a:pt x="69469" y="2540"/>
                    <a:pt x="69469" y="5588"/>
                  </a:cubicBezTo>
                  <a:cubicBezTo>
                    <a:pt x="69469" y="8636"/>
                    <a:pt x="66929" y="11176"/>
                    <a:pt x="63881" y="11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09431" y="462111"/>
              <a:ext cx="49167" cy="67525"/>
            </a:xfrm>
            <a:custGeom>
              <a:avLst/>
              <a:gdLst/>
              <a:ahLst/>
              <a:cxnLst/>
              <a:rect r="r" b="b" t="t" l="l"/>
              <a:pathLst>
                <a:path h="67525" w="49167">
                  <a:moveTo>
                    <a:pt x="36110" y="59986"/>
                  </a:moveTo>
                  <a:cubicBezTo>
                    <a:pt x="36999" y="57319"/>
                    <a:pt x="37507" y="54652"/>
                    <a:pt x="37888" y="51858"/>
                  </a:cubicBezTo>
                  <a:cubicBezTo>
                    <a:pt x="38142" y="49064"/>
                    <a:pt x="38142" y="46397"/>
                    <a:pt x="37761" y="43603"/>
                  </a:cubicBezTo>
                  <a:lnTo>
                    <a:pt x="43349" y="42968"/>
                  </a:lnTo>
                  <a:lnTo>
                    <a:pt x="37761" y="43603"/>
                  </a:lnTo>
                  <a:cubicBezTo>
                    <a:pt x="37380" y="40809"/>
                    <a:pt x="36745" y="38142"/>
                    <a:pt x="35856" y="35602"/>
                  </a:cubicBezTo>
                  <a:lnTo>
                    <a:pt x="41190" y="33697"/>
                  </a:lnTo>
                  <a:lnTo>
                    <a:pt x="35856" y="35602"/>
                  </a:lnTo>
                  <a:cubicBezTo>
                    <a:pt x="34967" y="32935"/>
                    <a:pt x="33697" y="30522"/>
                    <a:pt x="32173" y="28236"/>
                  </a:cubicBezTo>
                  <a:lnTo>
                    <a:pt x="36999" y="25188"/>
                  </a:lnTo>
                  <a:lnTo>
                    <a:pt x="32173" y="28236"/>
                  </a:lnTo>
                  <a:cubicBezTo>
                    <a:pt x="30649" y="25950"/>
                    <a:pt x="28998" y="23791"/>
                    <a:pt x="26966" y="21759"/>
                  </a:cubicBezTo>
                  <a:lnTo>
                    <a:pt x="30903" y="17695"/>
                  </a:lnTo>
                  <a:lnTo>
                    <a:pt x="26966" y="21759"/>
                  </a:lnTo>
                  <a:cubicBezTo>
                    <a:pt x="25061" y="19854"/>
                    <a:pt x="22902" y="18076"/>
                    <a:pt x="20489" y="16679"/>
                  </a:cubicBezTo>
                  <a:lnTo>
                    <a:pt x="23537" y="11853"/>
                  </a:lnTo>
                  <a:lnTo>
                    <a:pt x="20489" y="16679"/>
                  </a:lnTo>
                  <a:cubicBezTo>
                    <a:pt x="18076" y="15155"/>
                    <a:pt x="15663" y="14012"/>
                    <a:pt x="12996" y="13123"/>
                  </a:cubicBezTo>
                  <a:cubicBezTo>
                    <a:pt x="10329" y="12234"/>
                    <a:pt x="7662" y="11599"/>
                    <a:pt x="4995" y="11218"/>
                  </a:cubicBezTo>
                  <a:cubicBezTo>
                    <a:pt x="1947" y="10837"/>
                    <a:pt x="-339" y="8043"/>
                    <a:pt x="42" y="4995"/>
                  </a:cubicBezTo>
                  <a:cubicBezTo>
                    <a:pt x="423" y="1947"/>
                    <a:pt x="3217" y="-339"/>
                    <a:pt x="6265" y="42"/>
                  </a:cubicBezTo>
                  <a:cubicBezTo>
                    <a:pt x="9821" y="423"/>
                    <a:pt x="13377" y="1312"/>
                    <a:pt x="16806" y="2455"/>
                  </a:cubicBezTo>
                  <a:lnTo>
                    <a:pt x="14901" y="7789"/>
                  </a:lnTo>
                  <a:lnTo>
                    <a:pt x="16806" y="2455"/>
                  </a:lnTo>
                  <a:cubicBezTo>
                    <a:pt x="20235" y="3598"/>
                    <a:pt x="23410" y="5249"/>
                    <a:pt x="26458" y="7154"/>
                  </a:cubicBezTo>
                  <a:cubicBezTo>
                    <a:pt x="29506" y="9059"/>
                    <a:pt x="32300" y="11345"/>
                    <a:pt x="34840" y="13885"/>
                  </a:cubicBezTo>
                  <a:cubicBezTo>
                    <a:pt x="37380" y="16425"/>
                    <a:pt x="39666" y="19219"/>
                    <a:pt x="41571" y="22267"/>
                  </a:cubicBezTo>
                  <a:cubicBezTo>
                    <a:pt x="43476" y="25315"/>
                    <a:pt x="45127" y="28490"/>
                    <a:pt x="46270" y="31919"/>
                  </a:cubicBezTo>
                  <a:cubicBezTo>
                    <a:pt x="47540" y="35348"/>
                    <a:pt x="48302" y="38777"/>
                    <a:pt x="48810" y="42333"/>
                  </a:cubicBezTo>
                  <a:cubicBezTo>
                    <a:pt x="49191" y="45889"/>
                    <a:pt x="49318" y="49572"/>
                    <a:pt x="48937" y="53128"/>
                  </a:cubicBezTo>
                  <a:lnTo>
                    <a:pt x="43349" y="52620"/>
                  </a:lnTo>
                  <a:lnTo>
                    <a:pt x="48937" y="53128"/>
                  </a:lnTo>
                  <a:cubicBezTo>
                    <a:pt x="48556" y="56684"/>
                    <a:pt x="47794" y="60240"/>
                    <a:pt x="46651" y="63669"/>
                  </a:cubicBezTo>
                  <a:cubicBezTo>
                    <a:pt x="45635" y="66590"/>
                    <a:pt x="42460" y="68241"/>
                    <a:pt x="39539" y="67225"/>
                  </a:cubicBezTo>
                  <a:cubicBezTo>
                    <a:pt x="36618" y="66209"/>
                    <a:pt x="34967" y="63034"/>
                    <a:pt x="35983" y="60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43013" y="518470"/>
              <a:ext cx="33691" cy="83625"/>
            </a:xfrm>
            <a:custGeom>
              <a:avLst/>
              <a:gdLst/>
              <a:ahLst/>
              <a:cxnLst/>
              <a:rect r="r" b="b" t="t" l="l"/>
              <a:pathLst>
                <a:path h="83625" w="33691">
                  <a:moveTo>
                    <a:pt x="11037" y="706"/>
                  </a:moveTo>
                  <a:cubicBezTo>
                    <a:pt x="18276" y="5151"/>
                    <a:pt x="23991" y="11120"/>
                    <a:pt x="28055" y="18613"/>
                  </a:cubicBezTo>
                  <a:lnTo>
                    <a:pt x="23102" y="21280"/>
                  </a:lnTo>
                  <a:lnTo>
                    <a:pt x="28055" y="18613"/>
                  </a:lnTo>
                  <a:cubicBezTo>
                    <a:pt x="32119" y="26106"/>
                    <a:pt x="34024" y="34107"/>
                    <a:pt x="33643" y="42616"/>
                  </a:cubicBezTo>
                  <a:cubicBezTo>
                    <a:pt x="33389" y="51125"/>
                    <a:pt x="30976" y="58999"/>
                    <a:pt x="26404" y="66238"/>
                  </a:cubicBezTo>
                  <a:cubicBezTo>
                    <a:pt x="21832" y="73477"/>
                    <a:pt x="15863" y="79065"/>
                    <a:pt x="8243" y="83002"/>
                  </a:cubicBezTo>
                  <a:cubicBezTo>
                    <a:pt x="5449" y="84399"/>
                    <a:pt x="2020" y="83383"/>
                    <a:pt x="623" y="80589"/>
                  </a:cubicBezTo>
                  <a:cubicBezTo>
                    <a:pt x="-774" y="77795"/>
                    <a:pt x="242" y="74366"/>
                    <a:pt x="3036" y="72969"/>
                  </a:cubicBezTo>
                  <a:cubicBezTo>
                    <a:pt x="8751" y="69921"/>
                    <a:pt x="13323" y="65730"/>
                    <a:pt x="16752" y="60269"/>
                  </a:cubicBezTo>
                  <a:lnTo>
                    <a:pt x="21578" y="63317"/>
                  </a:lnTo>
                  <a:lnTo>
                    <a:pt x="16752" y="60269"/>
                  </a:lnTo>
                  <a:cubicBezTo>
                    <a:pt x="20181" y="54808"/>
                    <a:pt x="22086" y="48839"/>
                    <a:pt x="22213" y="42362"/>
                  </a:cubicBezTo>
                  <a:lnTo>
                    <a:pt x="27801" y="42489"/>
                  </a:lnTo>
                  <a:lnTo>
                    <a:pt x="22213" y="42362"/>
                  </a:lnTo>
                  <a:cubicBezTo>
                    <a:pt x="22467" y="35885"/>
                    <a:pt x="20943" y="29789"/>
                    <a:pt x="17895" y="24074"/>
                  </a:cubicBezTo>
                  <a:cubicBezTo>
                    <a:pt x="14847" y="18359"/>
                    <a:pt x="10529" y="13914"/>
                    <a:pt x="4941" y="10485"/>
                  </a:cubicBezTo>
                  <a:cubicBezTo>
                    <a:pt x="2274" y="8834"/>
                    <a:pt x="1385" y="5405"/>
                    <a:pt x="3036" y="2738"/>
                  </a:cubicBezTo>
                  <a:cubicBezTo>
                    <a:pt x="4687" y="71"/>
                    <a:pt x="8116" y="-818"/>
                    <a:pt x="10783" y="8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96443" y="534416"/>
              <a:ext cx="33020" cy="11303"/>
            </a:xfrm>
            <a:custGeom>
              <a:avLst/>
              <a:gdLst/>
              <a:ahLst/>
              <a:cxnLst/>
              <a:rect r="r" b="b" t="t" l="l"/>
              <a:pathLst>
                <a:path h="11303" w="33020">
                  <a:moveTo>
                    <a:pt x="27432" y="11303"/>
                  </a:moveTo>
                  <a:lnTo>
                    <a:pt x="5715" y="11303"/>
                  </a:lnTo>
                  <a:cubicBezTo>
                    <a:pt x="2540" y="11303"/>
                    <a:pt x="0" y="8763"/>
                    <a:pt x="0" y="5715"/>
                  </a:cubicBezTo>
                  <a:cubicBezTo>
                    <a:pt x="0" y="2667"/>
                    <a:pt x="2540" y="0"/>
                    <a:pt x="5588" y="0"/>
                  </a:cubicBezTo>
                  <a:lnTo>
                    <a:pt x="27305" y="0"/>
                  </a:lnTo>
                  <a:cubicBezTo>
                    <a:pt x="30480" y="0"/>
                    <a:pt x="33020" y="2540"/>
                    <a:pt x="33020" y="5588"/>
                  </a:cubicBezTo>
                  <a:cubicBezTo>
                    <a:pt x="33020" y="8636"/>
                    <a:pt x="30480" y="11303"/>
                    <a:pt x="27432" y="1130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538099" y="587375"/>
              <a:ext cx="53848" cy="11176"/>
            </a:xfrm>
            <a:custGeom>
              <a:avLst/>
              <a:gdLst/>
              <a:ahLst/>
              <a:cxnLst/>
              <a:rect r="r" b="b" t="t" l="l"/>
              <a:pathLst>
                <a:path h="11176" w="53848">
                  <a:moveTo>
                    <a:pt x="48260" y="11176"/>
                  </a:moveTo>
                  <a:lnTo>
                    <a:pt x="5588" y="11176"/>
                  </a:lnTo>
                  <a:cubicBezTo>
                    <a:pt x="2413" y="11176"/>
                    <a:pt x="0" y="8636"/>
                    <a:pt x="0" y="5588"/>
                  </a:cubicBezTo>
                  <a:cubicBezTo>
                    <a:pt x="0" y="2540"/>
                    <a:pt x="2540" y="0"/>
                    <a:pt x="5588" y="0"/>
                  </a:cubicBezTo>
                  <a:lnTo>
                    <a:pt x="48260" y="0"/>
                  </a:lnTo>
                  <a:cubicBezTo>
                    <a:pt x="51435" y="0"/>
                    <a:pt x="53848" y="2540"/>
                    <a:pt x="53848" y="5588"/>
                  </a:cubicBezTo>
                  <a:cubicBezTo>
                    <a:pt x="53848" y="8636"/>
                    <a:pt x="51308" y="11176"/>
                    <a:pt x="48260" y="11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485521" y="548005"/>
              <a:ext cx="11430" cy="32766"/>
            </a:xfrm>
            <a:custGeom>
              <a:avLst/>
              <a:gdLst/>
              <a:ahLst/>
              <a:cxnLst/>
              <a:rect r="r" b="b" t="t" l="l"/>
              <a:pathLst>
                <a:path h="32766" w="11430">
                  <a:moveTo>
                    <a:pt x="11303" y="5588"/>
                  </a:moveTo>
                  <a:lnTo>
                    <a:pt x="11430" y="27051"/>
                  </a:lnTo>
                  <a:cubicBezTo>
                    <a:pt x="11430" y="30226"/>
                    <a:pt x="8890" y="32766"/>
                    <a:pt x="5842" y="32766"/>
                  </a:cubicBezTo>
                  <a:cubicBezTo>
                    <a:pt x="2794" y="32766"/>
                    <a:pt x="127" y="30226"/>
                    <a:pt x="127" y="27178"/>
                  </a:cubicBezTo>
                  <a:lnTo>
                    <a:pt x="0" y="5715"/>
                  </a:lnTo>
                  <a:cubicBezTo>
                    <a:pt x="0" y="2540"/>
                    <a:pt x="2540" y="0"/>
                    <a:pt x="5588" y="0"/>
                  </a:cubicBezTo>
                  <a:cubicBezTo>
                    <a:pt x="8636" y="0"/>
                    <a:pt x="11303" y="2540"/>
                    <a:pt x="11303" y="55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73673" y="501791"/>
              <a:ext cx="14450" cy="12291"/>
            </a:xfrm>
            <a:custGeom>
              <a:avLst/>
              <a:gdLst/>
              <a:ahLst/>
              <a:cxnLst/>
              <a:rect r="r" b="b" t="t" l="l"/>
              <a:pathLst>
                <a:path h="12291" w="14450">
                  <a:moveTo>
                    <a:pt x="4050" y="1256"/>
                  </a:moveTo>
                  <a:lnTo>
                    <a:pt x="7225" y="240"/>
                  </a:lnTo>
                  <a:cubicBezTo>
                    <a:pt x="10146" y="-649"/>
                    <a:pt x="13321" y="1002"/>
                    <a:pt x="14210" y="4050"/>
                  </a:cubicBezTo>
                  <a:cubicBezTo>
                    <a:pt x="15099" y="7098"/>
                    <a:pt x="13448" y="10146"/>
                    <a:pt x="10400" y="11035"/>
                  </a:cubicBezTo>
                  <a:lnTo>
                    <a:pt x="7225" y="12051"/>
                  </a:lnTo>
                  <a:cubicBezTo>
                    <a:pt x="4304" y="12940"/>
                    <a:pt x="1129" y="11289"/>
                    <a:pt x="240" y="8241"/>
                  </a:cubicBezTo>
                  <a:cubicBezTo>
                    <a:pt x="-649" y="5193"/>
                    <a:pt x="1002" y="2145"/>
                    <a:pt x="4050" y="1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127747" y="4098922"/>
            <a:ext cx="5470522" cy="1965322"/>
            <a:chOff x="0" y="0"/>
            <a:chExt cx="5470525" cy="19653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63500" y="63500"/>
              <a:ext cx="5343398" cy="1838198"/>
            </a:xfrm>
            <a:custGeom>
              <a:avLst/>
              <a:gdLst/>
              <a:ahLst/>
              <a:cxnLst/>
              <a:rect r="r" b="b" t="t" l="l"/>
              <a:pathLst>
                <a:path h="1838198" w="5343398">
                  <a:moveTo>
                    <a:pt x="0" y="1814703"/>
                  </a:moveTo>
                  <a:lnTo>
                    <a:pt x="0" y="23622"/>
                  </a:lnTo>
                  <a:cubicBezTo>
                    <a:pt x="0" y="20447"/>
                    <a:pt x="635" y="17526"/>
                    <a:pt x="1778" y="14605"/>
                  </a:cubicBezTo>
                  <a:cubicBezTo>
                    <a:pt x="2921" y="11684"/>
                    <a:pt x="4699" y="9144"/>
                    <a:pt x="6858" y="6985"/>
                  </a:cubicBezTo>
                  <a:cubicBezTo>
                    <a:pt x="9017" y="4826"/>
                    <a:pt x="11684" y="3048"/>
                    <a:pt x="14478" y="1905"/>
                  </a:cubicBezTo>
                  <a:cubicBezTo>
                    <a:pt x="17272" y="762"/>
                    <a:pt x="20447" y="0"/>
                    <a:pt x="23622" y="0"/>
                  </a:cubicBezTo>
                  <a:lnTo>
                    <a:pt x="5319903" y="0"/>
                  </a:lnTo>
                  <a:cubicBezTo>
                    <a:pt x="5323078" y="0"/>
                    <a:pt x="5325999" y="635"/>
                    <a:pt x="5328920" y="1778"/>
                  </a:cubicBezTo>
                  <a:cubicBezTo>
                    <a:pt x="5331841" y="2921"/>
                    <a:pt x="5334381" y="4699"/>
                    <a:pt x="5336540" y="6858"/>
                  </a:cubicBezTo>
                  <a:cubicBezTo>
                    <a:pt x="5338699" y="9017"/>
                    <a:pt x="5340477" y="11684"/>
                    <a:pt x="5341620" y="14478"/>
                  </a:cubicBezTo>
                  <a:cubicBezTo>
                    <a:pt x="5342763" y="17272"/>
                    <a:pt x="5343398" y="20447"/>
                    <a:pt x="5343398" y="23495"/>
                  </a:cubicBezTo>
                  <a:lnTo>
                    <a:pt x="5343398" y="1814703"/>
                  </a:lnTo>
                  <a:cubicBezTo>
                    <a:pt x="5343398" y="1817878"/>
                    <a:pt x="5342763" y="1820799"/>
                    <a:pt x="5341620" y="1823720"/>
                  </a:cubicBezTo>
                  <a:cubicBezTo>
                    <a:pt x="5340477" y="1826641"/>
                    <a:pt x="5338699" y="1829181"/>
                    <a:pt x="5336540" y="1831340"/>
                  </a:cubicBezTo>
                  <a:cubicBezTo>
                    <a:pt x="5334381" y="1833499"/>
                    <a:pt x="5331714" y="1835277"/>
                    <a:pt x="5328920" y="1836420"/>
                  </a:cubicBezTo>
                  <a:cubicBezTo>
                    <a:pt x="5326126" y="1837563"/>
                    <a:pt x="5322951" y="1838198"/>
                    <a:pt x="5319903" y="1838198"/>
                  </a:cubicBezTo>
                  <a:lnTo>
                    <a:pt x="23622" y="1838198"/>
                  </a:lnTo>
                  <a:cubicBezTo>
                    <a:pt x="20447" y="1838198"/>
                    <a:pt x="17526" y="1837563"/>
                    <a:pt x="14605" y="1836420"/>
                  </a:cubicBezTo>
                  <a:cubicBezTo>
                    <a:pt x="11684" y="1835277"/>
                    <a:pt x="9144" y="1833499"/>
                    <a:pt x="6985" y="1831340"/>
                  </a:cubicBezTo>
                  <a:cubicBezTo>
                    <a:pt x="4826" y="1829181"/>
                    <a:pt x="3048" y="1826514"/>
                    <a:pt x="1905" y="1823720"/>
                  </a:cubicBezTo>
                  <a:cubicBezTo>
                    <a:pt x="762" y="1820926"/>
                    <a:pt x="127" y="1817751"/>
                    <a:pt x="127" y="1814703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54000" y="244348"/>
              <a:ext cx="562102" cy="571627"/>
            </a:xfrm>
            <a:custGeom>
              <a:avLst/>
              <a:gdLst/>
              <a:ahLst/>
              <a:cxnLst/>
              <a:rect r="r" b="b" t="t" l="l"/>
              <a:pathLst>
                <a:path h="571627" w="562102">
                  <a:moveTo>
                    <a:pt x="0" y="290576"/>
                  </a:moveTo>
                  <a:lnTo>
                    <a:pt x="0" y="281051"/>
                  </a:lnTo>
                  <a:cubicBezTo>
                    <a:pt x="0" y="271907"/>
                    <a:pt x="508" y="262636"/>
                    <a:pt x="1397" y="253492"/>
                  </a:cubicBezTo>
                  <a:cubicBezTo>
                    <a:pt x="2286" y="244348"/>
                    <a:pt x="3683" y="235204"/>
                    <a:pt x="5461" y="226187"/>
                  </a:cubicBezTo>
                  <a:cubicBezTo>
                    <a:pt x="7239" y="217170"/>
                    <a:pt x="9525" y="208280"/>
                    <a:pt x="12192" y="199390"/>
                  </a:cubicBezTo>
                  <a:cubicBezTo>
                    <a:pt x="14859" y="190500"/>
                    <a:pt x="17907" y="181991"/>
                    <a:pt x="21463" y="173482"/>
                  </a:cubicBezTo>
                  <a:cubicBezTo>
                    <a:pt x="25019" y="164973"/>
                    <a:pt x="28956" y="156718"/>
                    <a:pt x="33274" y="148590"/>
                  </a:cubicBezTo>
                  <a:cubicBezTo>
                    <a:pt x="37592" y="140462"/>
                    <a:pt x="42291" y="132588"/>
                    <a:pt x="47498" y="124968"/>
                  </a:cubicBezTo>
                  <a:cubicBezTo>
                    <a:pt x="52705" y="117348"/>
                    <a:pt x="58039" y="109982"/>
                    <a:pt x="63881" y="102870"/>
                  </a:cubicBezTo>
                  <a:cubicBezTo>
                    <a:pt x="69723" y="95758"/>
                    <a:pt x="75946" y="88900"/>
                    <a:pt x="82423" y="82423"/>
                  </a:cubicBezTo>
                  <a:cubicBezTo>
                    <a:pt x="88900" y="75946"/>
                    <a:pt x="95758" y="69723"/>
                    <a:pt x="102870" y="63881"/>
                  </a:cubicBezTo>
                  <a:cubicBezTo>
                    <a:pt x="109982" y="58039"/>
                    <a:pt x="117348" y="52578"/>
                    <a:pt x="124968" y="47498"/>
                  </a:cubicBezTo>
                  <a:cubicBezTo>
                    <a:pt x="132588" y="42418"/>
                    <a:pt x="140462" y="37719"/>
                    <a:pt x="148590" y="33274"/>
                  </a:cubicBezTo>
                  <a:cubicBezTo>
                    <a:pt x="156718" y="28829"/>
                    <a:pt x="164973" y="25019"/>
                    <a:pt x="173482" y="21463"/>
                  </a:cubicBezTo>
                  <a:cubicBezTo>
                    <a:pt x="181991" y="17907"/>
                    <a:pt x="190627" y="14859"/>
                    <a:pt x="199390" y="12192"/>
                  </a:cubicBezTo>
                  <a:cubicBezTo>
                    <a:pt x="208153" y="9525"/>
                    <a:pt x="217170" y="7239"/>
                    <a:pt x="226187" y="5461"/>
                  </a:cubicBezTo>
                  <a:cubicBezTo>
                    <a:pt x="235204" y="3683"/>
                    <a:pt x="244348" y="2286"/>
                    <a:pt x="253492" y="1397"/>
                  </a:cubicBezTo>
                  <a:cubicBezTo>
                    <a:pt x="262636" y="508"/>
                    <a:pt x="271780" y="0"/>
                    <a:pt x="281051" y="0"/>
                  </a:cubicBezTo>
                  <a:cubicBezTo>
                    <a:pt x="290322" y="0"/>
                    <a:pt x="299466" y="508"/>
                    <a:pt x="308610" y="1397"/>
                  </a:cubicBezTo>
                  <a:cubicBezTo>
                    <a:pt x="317754" y="2286"/>
                    <a:pt x="326898" y="3683"/>
                    <a:pt x="335915" y="5461"/>
                  </a:cubicBezTo>
                  <a:cubicBezTo>
                    <a:pt x="344932" y="7239"/>
                    <a:pt x="353822" y="9525"/>
                    <a:pt x="362712" y="12192"/>
                  </a:cubicBezTo>
                  <a:cubicBezTo>
                    <a:pt x="371602" y="14859"/>
                    <a:pt x="380111" y="17907"/>
                    <a:pt x="388620" y="21463"/>
                  </a:cubicBezTo>
                  <a:cubicBezTo>
                    <a:pt x="397129" y="25019"/>
                    <a:pt x="405384" y="28956"/>
                    <a:pt x="413512" y="33274"/>
                  </a:cubicBezTo>
                  <a:cubicBezTo>
                    <a:pt x="421640" y="37592"/>
                    <a:pt x="429514" y="42291"/>
                    <a:pt x="437134" y="47498"/>
                  </a:cubicBezTo>
                  <a:cubicBezTo>
                    <a:pt x="444754" y="52705"/>
                    <a:pt x="452120" y="58039"/>
                    <a:pt x="459232" y="63881"/>
                  </a:cubicBezTo>
                  <a:cubicBezTo>
                    <a:pt x="466344" y="69723"/>
                    <a:pt x="473202" y="75946"/>
                    <a:pt x="479679" y="82423"/>
                  </a:cubicBezTo>
                  <a:cubicBezTo>
                    <a:pt x="486156" y="88900"/>
                    <a:pt x="492379" y="95758"/>
                    <a:pt x="498221" y="102870"/>
                  </a:cubicBezTo>
                  <a:cubicBezTo>
                    <a:pt x="504063" y="109982"/>
                    <a:pt x="509524" y="117348"/>
                    <a:pt x="514604" y="124968"/>
                  </a:cubicBezTo>
                  <a:cubicBezTo>
                    <a:pt x="519684" y="132588"/>
                    <a:pt x="524383" y="140462"/>
                    <a:pt x="528828" y="148590"/>
                  </a:cubicBezTo>
                  <a:cubicBezTo>
                    <a:pt x="533273" y="156718"/>
                    <a:pt x="537083" y="164973"/>
                    <a:pt x="540639" y="173482"/>
                  </a:cubicBezTo>
                  <a:cubicBezTo>
                    <a:pt x="544195" y="181991"/>
                    <a:pt x="547243" y="190627"/>
                    <a:pt x="549910" y="199390"/>
                  </a:cubicBezTo>
                  <a:cubicBezTo>
                    <a:pt x="552577" y="208153"/>
                    <a:pt x="554863" y="217170"/>
                    <a:pt x="556641" y="226187"/>
                  </a:cubicBezTo>
                  <a:cubicBezTo>
                    <a:pt x="558419" y="235204"/>
                    <a:pt x="559816" y="244348"/>
                    <a:pt x="560705" y="253492"/>
                  </a:cubicBezTo>
                  <a:cubicBezTo>
                    <a:pt x="561594" y="262636"/>
                    <a:pt x="562102" y="271780"/>
                    <a:pt x="562102" y="281051"/>
                  </a:cubicBezTo>
                  <a:lnTo>
                    <a:pt x="562102" y="290576"/>
                  </a:lnTo>
                  <a:cubicBezTo>
                    <a:pt x="562102" y="299720"/>
                    <a:pt x="561594" y="308991"/>
                    <a:pt x="560705" y="318135"/>
                  </a:cubicBezTo>
                  <a:cubicBezTo>
                    <a:pt x="559816" y="327279"/>
                    <a:pt x="558419" y="336423"/>
                    <a:pt x="556641" y="345440"/>
                  </a:cubicBezTo>
                  <a:cubicBezTo>
                    <a:pt x="554863" y="354457"/>
                    <a:pt x="552577" y="363347"/>
                    <a:pt x="549910" y="372237"/>
                  </a:cubicBezTo>
                  <a:cubicBezTo>
                    <a:pt x="547243" y="381127"/>
                    <a:pt x="544195" y="389636"/>
                    <a:pt x="540639" y="398145"/>
                  </a:cubicBezTo>
                  <a:cubicBezTo>
                    <a:pt x="537083" y="406654"/>
                    <a:pt x="533146" y="414909"/>
                    <a:pt x="528828" y="423037"/>
                  </a:cubicBezTo>
                  <a:cubicBezTo>
                    <a:pt x="524510" y="431165"/>
                    <a:pt x="519811" y="439039"/>
                    <a:pt x="514604" y="446659"/>
                  </a:cubicBezTo>
                  <a:cubicBezTo>
                    <a:pt x="509397" y="454279"/>
                    <a:pt x="504063" y="461645"/>
                    <a:pt x="498221" y="468757"/>
                  </a:cubicBezTo>
                  <a:cubicBezTo>
                    <a:pt x="492379" y="475869"/>
                    <a:pt x="486156" y="482727"/>
                    <a:pt x="479679" y="489204"/>
                  </a:cubicBezTo>
                  <a:cubicBezTo>
                    <a:pt x="473202" y="495681"/>
                    <a:pt x="466344" y="501904"/>
                    <a:pt x="459232" y="507746"/>
                  </a:cubicBezTo>
                  <a:cubicBezTo>
                    <a:pt x="452120" y="513588"/>
                    <a:pt x="444754" y="519049"/>
                    <a:pt x="437134" y="524129"/>
                  </a:cubicBezTo>
                  <a:cubicBezTo>
                    <a:pt x="429514" y="529209"/>
                    <a:pt x="421640" y="533908"/>
                    <a:pt x="413512" y="538353"/>
                  </a:cubicBezTo>
                  <a:cubicBezTo>
                    <a:pt x="405384" y="542798"/>
                    <a:pt x="397129" y="546608"/>
                    <a:pt x="388620" y="550164"/>
                  </a:cubicBezTo>
                  <a:cubicBezTo>
                    <a:pt x="380111" y="553720"/>
                    <a:pt x="371475" y="556768"/>
                    <a:pt x="362712" y="559435"/>
                  </a:cubicBezTo>
                  <a:cubicBezTo>
                    <a:pt x="353949" y="562102"/>
                    <a:pt x="344932" y="564388"/>
                    <a:pt x="335915" y="566166"/>
                  </a:cubicBezTo>
                  <a:cubicBezTo>
                    <a:pt x="326898" y="567944"/>
                    <a:pt x="317754" y="569341"/>
                    <a:pt x="308610" y="570230"/>
                  </a:cubicBezTo>
                  <a:cubicBezTo>
                    <a:pt x="299466" y="571119"/>
                    <a:pt x="290322" y="571627"/>
                    <a:pt x="281051" y="571627"/>
                  </a:cubicBezTo>
                  <a:cubicBezTo>
                    <a:pt x="271780" y="571627"/>
                    <a:pt x="262636" y="571119"/>
                    <a:pt x="253492" y="570230"/>
                  </a:cubicBezTo>
                  <a:cubicBezTo>
                    <a:pt x="244348" y="569341"/>
                    <a:pt x="235204" y="567944"/>
                    <a:pt x="226187" y="566166"/>
                  </a:cubicBezTo>
                  <a:cubicBezTo>
                    <a:pt x="217170" y="564388"/>
                    <a:pt x="208280" y="562102"/>
                    <a:pt x="199390" y="559435"/>
                  </a:cubicBezTo>
                  <a:cubicBezTo>
                    <a:pt x="190500" y="556768"/>
                    <a:pt x="181991" y="553720"/>
                    <a:pt x="173482" y="550164"/>
                  </a:cubicBezTo>
                  <a:cubicBezTo>
                    <a:pt x="164973" y="546608"/>
                    <a:pt x="156718" y="542671"/>
                    <a:pt x="148590" y="538353"/>
                  </a:cubicBezTo>
                  <a:cubicBezTo>
                    <a:pt x="140462" y="534035"/>
                    <a:pt x="132588" y="529336"/>
                    <a:pt x="124968" y="524129"/>
                  </a:cubicBezTo>
                  <a:cubicBezTo>
                    <a:pt x="117348" y="518922"/>
                    <a:pt x="109982" y="513588"/>
                    <a:pt x="102870" y="507746"/>
                  </a:cubicBezTo>
                  <a:cubicBezTo>
                    <a:pt x="95758" y="501904"/>
                    <a:pt x="88900" y="495681"/>
                    <a:pt x="82423" y="489204"/>
                  </a:cubicBezTo>
                  <a:cubicBezTo>
                    <a:pt x="75946" y="482727"/>
                    <a:pt x="69723" y="475869"/>
                    <a:pt x="63881" y="468757"/>
                  </a:cubicBezTo>
                  <a:cubicBezTo>
                    <a:pt x="58039" y="461645"/>
                    <a:pt x="52578" y="454279"/>
                    <a:pt x="47498" y="446659"/>
                  </a:cubicBezTo>
                  <a:cubicBezTo>
                    <a:pt x="42418" y="439039"/>
                    <a:pt x="37719" y="431165"/>
                    <a:pt x="33274" y="423037"/>
                  </a:cubicBezTo>
                  <a:cubicBezTo>
                    <a:pt x="28829" y="414909"/>
                    <a:pt x="25019" y="406654"/>
                    <a:pt x="21463" y="398145"/>
                  </a:cubicBezTo>
                  <a:cubicBezTo>
                    <a:pt x="17907" y="389636"/>
                    <a:pt x="14859" y="381000"/>
                    <a:pt x="12192" y="372237"/>
                  </a:cubicBezTo>
                  <a:cubicBezTo>
                    <a:pt x="9525" y="363474"/>
                    <a:pt x="7239" y="354457"/>
                    <a:pt x="5461" y="345440"/>
                  </a:cubicBezTo>
                  <a:cubicBezTo>
                    <a:pt x="3683" y="336423"/>
                    <a:pt x="2286" y="327279"/>
                    <a:pt x="1397" y="318135"/>
                  </a:cubicBezTo>
                  <a:cubicBezTo>
                    <a:pt x="508" y="308991"/>
                    <a:pt x="0" y="299847"/>
                    <a:pt x="0" y="29057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532846" y="400651"/>
              <a:ext cx="44541" cy="118178"/>
            </a:xfrm>
            <a:custGeom>
              <a:avLst/>
              <a:gdLst/>
              <a:ahLst/>
              <a:cxnLst/>
              <a:rect r="r" b="b" t="t" l="l"/>
              <a:pathLst>
                <a:path h="118178" w="44541">
                  <a:moveTo>
                    <a:pt x="44242" y="7400"/>
                  </a:moveTo>
                  <a:lnTo>
                    <a:pt x="11095" y="114207"/>
                  </a:lnTo>
                  <a:cubicBezTo>
                    <a:pt x="10206" y="117128"/>
                    <a:pt x="7031" y="118906"/>
                    <a:pt x="3983" y="117890"/>
                  </a:cubicBezTo>
                  <a:cubicBezTo>
                    <a:pt x="935" y="116874"/>
                    <a:pt x="-716" y="113826"/>
                    <a:pt x="300" y="110778"/>
                  </a:cubicBezTo>
                  <a:lnTo>
                    <a:pt x="33447" y="3971"/>
                  </a:lnTo>
                  <a:cubicBezTo>
                    <a:pt x="34336" y="1050"/>
                    <a:pt x="37511" y="-728"/>
                    <a:pt x="40559" y="288"/>
                  </a:cubicBezTo>
                  <a:cubicBezTo>
                    <a:pt x="43607" y="1304"/>
                    <a:pt x="45258" y="4352"/>
                    <a:pt x="44242" y="7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32892" y="507492"/>
              <a:ext cx="79121" cy="11557"/>
            </a:xfrm>
            <a:custGeom>
              <a:avLst/>
              <a:gdLst/>
              <a:ahLst/>
              <a:cxnLst/>
              <a:rect r="r" b="b" t="t" l="l"/>
              <a:pathLst>
                <a:path h="11557" w="79121">
                  <a:moveTo>
                    <a:pt x="73406" y="11557"/>
                  </a:moveTo>
                  <a:lnTo>
                    <a:pt x="5588" y="11303"/>
                  </a:lnTo>
                  <a:cubicBezTo>
                    <a:pt x="2413" y="11303"/>
                    <a:pt x="0" y="8763"/>
                    <a:pt x="0" y="5588"/>
                  </a:cubicBezTo>
                  <a:cubicBezTo>
                    <a:pt x="0" y="2413"/>
                    <a:pt x="2540" y="0"/>
                    <a:pt x="5715" y="0"/>
                  </a:cubicBezTo>
                  <a:lnTo>
                    <a:pt x="73533" y="254"/>
                  </a:lnTo>
                  <a:cubicBezTo>
                    <a:pt x="76708" y="254"/>
                    <a:pt x="79121" y="2794"/>
                    <a:pt x="79121" y="5969"/>
                  </a:cubicBezTo>
                  <a:cubicBezTo>
                    <a:pt x="79121" y="9144"/>
                    <a:pt x="76581" y="11557"/>
                    <a:pt x="73406" y="115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486900" y="507855"/>
              <a:ext cx="125132" cy="159295"/>
            </a:xfrm>
            <a:custGeom>
              <a:avLst/>
              <a:gdLst/>
              <a:ahLst/>
              <a:cxnLst/>
              <a:rect r="r" b="b" t="t" l="l"/>
              <a:pathLst>
                <a:path h="159295" w="125132">
                  <a:moveTo>
                    <a:pt x="123843" y="8908"/>
                  </a:moveTo>
                  <a:lnTo>
                    <a:pt x="10051" y="157117"/>
                  </a:lnTo>
                  <a:cubicBezTo>
                    <a:pt x="8146" y="159530"/>
                    <a:pt x="4590" y="160038"/>
                    <a:pt x="2177" y="158133"/>
                  </a:cubicBezTo>
                  <a:cubicBezTo>
                    <a:pt x="-236" y="156228"/>
                    <a:pt x="-744" y="152672"/>
                    <a:pt x="1161" y="150259"/>
                  </a:cubicBezTo>
                  <a:lnTo>
                    <a:pt x="115080" y="2177"/>
                  </a:lnTo>
                  <a:cubicBezTo>
                    <a:pt x="116985" y="-236"/>
                    <a:pt x="120541" y="-744"/>
                    <a:pt x="122954" y="1161"/>
                  </a:cubicBezTo>
                  <a:cubicBezTo>
                    <a:pt x="125367" y="3066"/>
                    <a:pt x="125875" y="6622"/>
                    <a:pt x="123970" y="903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486804" y="539636"/>
              <a:ext cx="48868" cy="127481"/>
            </a:xfrm>
            <a:custGeom>
              <a:avLst/>
              <a:gdLst/>
              <a:ahLst/>
              <a:cxnLst/>
              <a:rect r="r" b="b" t="t" l="l"/>
              <a:pathLst>
                <a:path h="127481" w="48868">
                  <a:moveTo>
                    <a:pt x="48628" y="7480"/>
                  </a:moveTo>
                  <a:lnTo>
                    <a:pt x="11036" y="123558"/>
                  </a:lnTo>
                  <a:cubicBezTo>
                    <a:pt x="10020" y="126479"/>
                    <a:pt x="6845" y="128130"/>
                    <a:pt x="3924" y="127241"/>
                  </a:cubicBezTo>
                  <a:cubicBezTo>
                    <a:pt x="1003" y="126352"/>
                    <a:pt x="-648" y="123050"/>
                    <a:pt x="241" y="120129"/>
                  </a:cubicBezTo>
                  <a:lnTo>
                    <a:pt x="37833" y="3924"/>
                  </a:lnTo>
                  <a:cubicBezTo>
                    <a:pt x="38849" y="1003"/>
                    <a:pt x="42024" y="-648"/>
                    <a:pt x="44945" y="241"/>
                  </a:cubicBezTo>
                  <a:cubicBezTo>
                    <a:pt x="47866" y="1130"/>
                    <a:pt x="49517" y="4432"/>
                    <a:pt x="48628" y="73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455930" y="538861"/>
              <a:ext cx="79756" cy="12065"/>
            </a:xfrm>
            <a:custGeom>
              <a:avLst/>
              <a:gdLst/>
              <a:ahLst/>
              <a:cxnLst/>
              <a:rect r="r" b="b" t="t" l="l"/>
              <a:pathLst>
                <a:path h="12065" w="79756">
                  <a:moveTo>
                    <a:pt x="74041" y="12065"/>
                  </a:moveTo>
                  <a:lnTo>
                    <a:pt x="5588" y="11303"/>
                  </a:lnTo>
                  <a:cubicBezTo>
                    <a:pt x="2413" y="11303"/>
                    <a:pt x="0" y="8763"/>
                    <a:pt x="0" y="5588"/>
                  </a:cubicBezTo>
                  <a:cubicBezTo>
                    <a:pt x="0" y="2413"/>
                    <a:pt x="2540" y="0"/>
                    <a:pt x="5715" y="0"/>
                  </a:cubicBezTo>
                  <a:lnTo>
                    <a:pt x="74168" y="762"/>
                  </a:lnTo>
                  <a:cubicBezTo>
                    <a:pt x="77343" y="762"/>
                    <a:pt x="79756" y="3302"/>
                    <a:pt x="79756" y="6477"/>
                  </a:cubicBezTo>
                  <a:cubicBezTo>
                    <a:pt x="79756" y="9652"/>
                    <a:pt x="77216" y="12065"/>
                    <a:pt x="74041" y="1206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455823" y="400618"/>
              <a:ext cx="121499" cy="149485"/>
            </a:xfrm>
            <a:custGeom>
              <a:avLst/>
              <a:gdLst/>
              <a:ahLst/>
              <a:cxnLst/>
              <a:rect r="r" b="b" t="t" l="l"/>
              <a:pathLst>
                <a:path h="149485" w="121499">
                  <a:moveTo>
                    <a:pt x="120249" y="9338"/>
                  </a:moveTo>
                  <a:lnTo>
                    <a:pt x="10140" y="147387"/>
                  </a:lnTo>
                  <a:cubicBezTo>
                    <a:pt x="8235" y="149800"/>
                    <a:pt x="4679" y="150181"/>
                    <a:pt x="2139" y="148276"/>
                  </a:cubicBezTo>
                  <a:cubicBezTo>
                    <a:pt x="-401" y="146371"/>
                    <a:pt x="-655" y="142815"/>
                    <a:pt x="1250" y="140275"/>
                  </a:cubicBezTo>
                  <a:lnTo>
                    <a:pt x="111359" y="2099"/>
                  </a:lnTo>
                  <a:cubicBezTo>
                    <a:pt x="113264" y="-314"/>
                    <a:pt x="116820" y="-695"/>
                    <a:pt x="119360" y="1210"/>
                  </a:cubicBezTo>
                  <a:cubicBezTo>
                    <a:pt x="121900" y="3115"/>
                    <a:pt x="122154" y="6671"/>
                    <a:pt x="120249" y="92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064244" y="969978"/>
            <a:ext cx="5470522" cy="2279647"/>
            <a:chOff x="0" y="0"/>
            <a:chExt cx="5470525" cy="22796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63500" y="63500"/>
              <a:ext cx="5343398" cy="2152523"/>
            </a:xfrm>
            <a:custGeom>
              <a:avLst/>
              <a:gdLst/>
              <a:ahLst/>
              <a:cxnLst/>
              <a:rect r="r" b="b" t="t" l="l"/>
              <a:pathLst>
                <a:path h="2152523" w="5343398">
                  <a:moveTo>
                    <a:pt x="0" y="2129028"/>
                  </a:moveTo>
                  <a:lnTo>
                    <a:pt x="0" y="23622"/>
                  </a:lnTo>
                  <a:cubicBezTo>
                    <a:pt x="0" y="20447"/>
                    <a:pt x="635" y="17526"/>
                    <a:pt x="1778" y="14605"/>
                  </a:cubicBezTo>
                  <a:cubicBezTo>
                    <a:pt x="2921" y="11684"/>
                    <a:pt x="4699" y="9144"/>
                    <a:pt x="6858" y="6985"/>
                  </a:cubicBezTo>
                  <a:cubicBezTo>
                    <a:pt x="9017" y="4826"/>
                    <a:pt x="11684" y="3048"/>
                    <a:pt x="14478" y="1905"/>
                  </a:cubicBezTo>
                  <a:cubicBezTo>
                    <a:pt x="17272" y="762"/>
                    <a:pt x="20447" y="0"/>
                    <a:pt x="23622" y="0"/>
                  </a:cubicBezTo>
                  <a:lnTo>
                    <a:pt x="5319903" y="0"/>
                  </a:lnTo>
                  <a:cubicBezTo>
                    <a:pt x="5323078" y="0"/>
                    <a:pt x="5325999" y="635"/>
                    <a:pt x="5328920" y="1778"/>
                  </a:cubicBezTo>
                  <a:cubicBezTo>
                    <a:pt x="5331841" y="2921"/>
                    <a:pt x="5334381" y="4699"/>
                    <a:pt x="5336540" y="6858"/>
                  </a:cubicBezTo>
                  <a:cubicBezTo>
                    <a:pt x="5338699" y="9017"/>
                    <a:pt x="5340477" y="11684"/>
                    <a:pt x="5341620" y="14478"/>
                  </a:cubicBezTo>
                  <a:cubicBezTo>
                    <a:pt x="5342763" y="17272"/>
                    <a:pt x="5343398" y="20447"/>
                    <a:pt x="5343398" y="23495"/>
                  </a:cubicBezTo>
                  <a:lnTo>
                    <a:pt x="5343398" y="2129028"/>
                  </a:lnTo>
                  <a:cubicBezTo>
                    <a:pt x="5343398" y="2132203"/>
                    <a:pt x="5342763" y="2135124"/>
                    <a:pt x="5341620" y="2138045"/>
                  </a:cubicBezTo>
                  <a:cubicBezTo>
                    <a:pt x="5340477" y="2140966"/>
                    <a:pt x="5338699" y="2143506"/>
                    <a:pt x="5336540" y="2145665"/>
                  </a:cubicBezTo>
                  <a:cubicBezTo>
                    <a:pt x="5334381" y="2147824"/>
                    <a:pt x="5331714" y="2149602"/>
                    <a:pt x="5328920" y="2150745"/>
                  </a:cubicBezTo>
                  <a:cubicBezTo>
                    <a:pt x="5326126" y="2151888"/>
                    <a:pt x="5322951" y="2152523"/>
                    <a:pt x="5319903" y="2152523"/>
                  </a:cubicBezTo>
                  <a:lnTo>
                    <a:pt x="23622" y="2152523"/>
                  </a:lnTo>
                  <a:cubicBezTo>
                    <a:pt x="20447" y="2152523"/>
                    <a:pt x="17526" y="2151888"/>
                    <a:pt x="14605" y="2150745"/>
                  </a:cubicBezTo>
                  <a:cubicBezTo>
                    <a:pt x="11684" y="2149602"/>
                    <a:pt x="9144" y="2147824"/>
                    <a:pt x="6985" y="2145665"/>
                  </a:cubicBezTo>
                  <a:cubicBezTo>
                    <a:pt x="4826" y="2143506"/>
                    <a:pt x="3048" y="2140839"/>
                    <a:pt x="1905" y="2138045"/>
                  </a:cubicBezTo>
                  <a:cubicBezTo>
                    <a:pt x="762" y="2135251"/>
                    <a:pt x="127" y="2132076"/>
                    <a:pt x="127" y="2129028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54000" y="254000"/>
              <a:ext cx="562102" cy="571627"/>
            </a:xfrm>
            <a:custGeom>
              <a:avLst/>
              <a:gdLst/>
              <a:ahLst/>
              <a:cxnLst/>
              <a:rect r="r" b="b" t="t" l="l"/>
              <a:pathLst>
                <a:path h="571627" w="562102">
                  <a:moveTo>
                    <a:pt x="0" y="290576"/>
                  </a:moveTo>
                  <a:lnTo>
                    <a:pt x="0" y="281051"/>
                  </a:lnTo>
                  <a:cubicBezTo>
                    <a:pt x="0" y="271907"/>
                    <a:pt x="508" y="262636"/>
                    <a:pt x="1397" y="253492"/>
                  </a:cubicBezTo>
                  <a:cubicBezTo>
                    <a:pt x="2286" y="244348"/>
                    <a:pt x="3683" y="235204"/>
                    <a:pt x="5461" y="226187"/>
                  </a:cubicBezTo>
                  <a:cubicBezTo>
                    <a:pt x="7239" y="217170"/>
                    <a:pt x="9525" y="208280"/>
                    <a:pt x="12192" y="199390"/>
                  </a:cubicBezTo>
                  <a:cubicBezTo>
                    <a:pt x="14859" y="190500"/>
                    <a:pt x="17907" y="181991"/>
                    <a:pt x="21463" y="173482"/>
                  </a:cubicBezTo>
                  <a:cubicBezTo>
                    <a:pt x="25019" y="164973"/>
                    <a:pt x="28956" y="156718"/>
                    <a:pt x="33274" y="148590"/>
                  </a:cubicBezTo>
                  <a:cubicBezTo>
                    <a:pt x="37592" y="140462"/>
                    <a:pt x="42291" y="132588"/>
                    <a:pt x="47498" y="124968"/>
                  </a:cubicBezTo>
                  <a:cubicBezTo>
                    <a:pt x="52705" y="117348"/>
                    <a:pt x="58039" y="109982"/>
                    <a:pt x="63881" y="102870"/>
                  </a:cubicBezTo>
                  <a:cubicBezTo>
                    <a:pt x="69723" y="95758"/>
                    <a:pt x="75946" y="88900"/>
                    <a:pt x="82423" y="82423"/>
                  </a:cubicBezTo>
                  <a:cubicBezTo>
                    <a:pt x="88900" y="75946"/>
                    <a:pt x="95758" y="69723"/>
                    <a:pt x="102870" y="63881"/>
                  </a:cubicBezTo>
                  <a:cubicBezTo>
                    <a:pt x="109982" y="58039"/>
                    <a:pt x="117348" y="52578"/>
                    <a:pt x="124968" y="47498"/>
                  </a:cubicBezTo>
                  <a:cubicBezTo>
                    <a:pt x="132588" y="42418"/>
                    <a:pt x="140462" y="37719"/>
                    <a:pt x="148590" y="33274"/>
                  </a:cubicBezTo>
                  <a:cubicBezTo>
                    <a:pt x="156718" y="28829"/>
                    <a:pt x="164973" y="25019"/>
                    <a:pt x="173482" y="21463"/>
                  </a:cubicBezTo>
                  <a:cubicBezTo>
                    <a:pt x="181991" y="17907"/>
                    <a:pt x="190627" y="14859"/>
                    <a:pt x="199390" y="12192"/>
                  </a:cubicBezTo>
                  <a:cubicBezTo>
                    <a:pt x="208153" y="9525"/>
                    <a:pt x="217170" y="7239"/>
                    <a:pt x="226187" y="5461"/>
                  </a:cubicBezTo>
                  <a:cubicBezTo>
                    <a:pt x="235204" y="3683"/>
                    <a:pt x="244348" y="2286"/>
                    <a:pt x="253492" y="1397"/>
                  </a:cubicBezTo>
                  <a:cubicBezTo>
                    <a:pt x="262636" y="508"/>
                    <a:pt x="271780" y="0"/>
                    <a:pt x="281051" y="0"/>
                  </a:cubicBezTo>
                  <a:cubicBezTo>
                    <a:pt x="290322" y="0"/>
                    <a:pt x="299466" y="508"/>
                    <a:pt x="308610" y="1397"/>
                  </a:cubicBezTo>
                  <a:cubicBezTo>
                    <a:pt x="317754" y="2286"/>
                    <a:pt x="326898" y="3683"/>
                    <a:pt x="335915" y="5461"/>
                  </a:cubicBezTo>
                  <a:cubicBezTo>
                    <a:pt x="344932" y="7239"/>
                    <a:pt x="353822" y="9525"/>
                    <a:pt x="362712" y="12192"/>
                  </a:cubicBezTo>
                  <a:cubicBezTo>
                    <a:pt x="371602" y="14859"/>
                    <a:pt x="380111" y="17907"/>
                    <a:pt x="388620" y="21463"/>
                  </a:cubicBezTo>
                  <a:cubicBezTo>
                    <a:pt x="397129" y="25019"/>
                    <a:pt x="405384" y="28956"/>
                    <a:pt x="413512" y="33274"/>
                  </a:cubicBezTo>
                  <a:cubicBezTo>
                    <a:pt x="421640" y="37592"/>
                    <a:pt x="429514" y="42291"/>
                    <a:pt x="437134" y="47498"/>
                  </a:cubicBezTo>
                  <a:cubicBezTo>
                    <a:pt x="444754" y="52705"/>
                    <a:pt x="452120" y="58039"/>
                    <a:pt x="459232" y="63881"/>
                  </a:cubicBezTo>
                  <a:cubicBezTo>
                    <a:pt x="466344" y="69723"/>
                    <a:pt x="473202" y="75946"/>
                    <a:pt x="479679" y="82423"/>
                  </a:cubicBezTo>
                  <a:cubicBezTo>
                    <a:pt x="486156" y="88900"/>
                    <a:pt x="492379" y="95758"/>
                    <a:pt x="498221" y="102870"/>
                  </a:cubicBezTo>
                  <a:cubicBezTo>
                    <a:pt x="504063" y="109982"/>
                    <a:pt x="509524" y="117348"/>
                    <a:pt x="514604" y="124968"/>
                  </a:cubicBezTo>
                  <a:cubicBezTo>
                    <a:pt x="519684" y="132588"/>
                    <a:pt x="524383" y="140462"/>
                    <a:pt x="528828" y="148590"/>
                  </a:cubicBezTo>
                  <a:cubicBezTo>
                    <a:pt x="533273" y="156718"/>
                    <a:pt x="537083" y="164973"/>
                    <a:pt x="540639" y="173482"/>
                  </a:cubicBezTo>
                  <a:cubicBezTo>
                    <a:pt x="544195" y="181991"/>
                    <a:pt x="547243" y="190627"/>
                    <a:pt x="549910" y="199390"/>
                  </a:cubicBezTo>
                  <a:cubicBezTo>
                    <a:pt x="552577" y="208153"/>
                    <a:pt x="554863" y="217170"/>
                    <a:pt x="556641" y="226187"/>
                  </a:cubicBezTo>
                  <a:cubicBezTo>
                    <a:pt x="558419" y="235204"/>
                    <a:pt x="559816" y="244348"/>
                    <a:pt x="560705" y="253492"/>
                  </a:cubicBezTo>
                  <a:cubicBezTo>
                    <a:pt x="561594" y="262636"/>
                    <a:pt x="562102" y="271780"/>
                    <a:pt x="562102" y="281051"/>
                  </a:cubicBezTo>
                  <a:lnTo>
                    <a:pt x="562102" y="290576"/>
                  </a:lnTo>
                  <a:cubicBezTo>
                    <a:pt x="562102" y="299720"/>
                    <a:pt x="561594" y="308991"/>
                    <a:pt x="560705" y="318135"/>
                  </a:cubicBezTo>
                  <a:cubicBezTo>
                    <a:pt x="559816" y="327279"/>
                    <a:pt x="558419" y="336423"/>
                    <a:pt x="556641" y="345440"/>
                  </a:cubicBezTo>
                  <a:cubicBezTo>
                    <a:pt x="554863" y="354457"/>
                    <a:pt x="552577" y="363347"/>
                    <a:pt x="549910" y="372237"/>
                  </a:cubicBezTo>
                  <a:cubicBezTo>
                    <a:pt x="547243" y="381127"/>
                    <a:pt x="544195" y="389636"/>
                    <a:pt x="540639" y="398145"/>
                  </a:cubicBezTo>
                  <a:cubicBezTo>
                    <a:pt x="537083" y="406654"/>
                    <a:pt x="533146" y="414909"/>
                    <a:pt x="528828" y="423037"/>
                  </a:cubicBezTo>
                  <a:cubicBezTo>
                    <a:pt x="524510" y="431165"/>
                    <a:pt x="519811" y="439039"/>
                    <a:pt x="514604" y="446659"/>
                  </a:cubicBezTo>
                  <a:cubicBezTo>
                    <a:pt x="509397" y="454279"/>
                    <a:pt x="504063" y="461645"/>
                    <a:pt x="498221" y="468757"/>
                  </a:cubicBezTo>
                  <a:cubicBezTo>
                    <a:pt x="492379" y="475869"/>
                    <a:pt x="486156" y="482727"/>
                    <a:pt x="479679" y="489204"/>
                  </a:cubicBezTo>
                  <a:cubicBezTo>
                    <a:pt x="473202" y="495681"/>
                    <a:pt x="466344" y="501904"/>
                    <a:pt x="459232" y="507746"/>
                  </a:cubicBezTo>
                  <a:cubicBezTo>
                    <a:pt x="452120" y="513588"/>
                    <a:pt x="444754" y="519049"/>
                    <a:pt x="437134" y="524129"/>
                  </a:cubicBezTo>
                  <a:cubicBezTo>
                    <a:pt x="429514" y="529209"/>
                    <a:pt x="421640" y="533908"/>
                    <a:pt x="413512" y="538353"/>
                  </a:cubicBezTo>
                  <a:cubicBezTo>
                    <a:pt x="405384" y="542798"/>
                    <a:pt x="397129" y="546608"/>
                    <a:pt x="388620" y="550164"/>
                  </a:cubicBezTo>
                  <a:cubicBezTo>
                    <a:pt x="380111" y="553720"/>
                    <a:pt x="371475" y="556768"/>
                    <a:pt x="362712" y="559435"/>
                  </a:cubicBezTo>
                  <a:cubicBezTo>
                    <a:pt x="353949" y="562102"/>
                    <a:pt x="344932" y="564388"/>
                    <a:pt x="335915" y="566166"/>
                  </a:cubicBezTo>
                  <a:cubicBezTo>
                    <a:pt x="326898" y="567944"/>
                    <a:pt x="317754" y="569341"/>
                    <a:pt x="308610" y="570230"/>
                  </a:cubicBezTo>
                  <a:cubicBezTo>
                    <a:pt x="299466" y="571119"/>
                    <a:pt x="290322" y="571627"/>
                    <a:pt x="281051" y="571627"/>
                  </a:cubicBezTo>
                  <a:cubicBezTo>
                    <a:pt x="271780" y="571627"/>
                    <a:pt x="262636" y="571119"/>
                    <a:pt x="253492" y="570230"/>
                  </a:cubicBezTo>
                  <a:cubicBezTo>
                    <a:pt x="244348" y="569341"/>
                    <a:pt x="235204" y="567944"/>
                    <a:pt x="226187" y="566166"/>
                  </a:cubicBezTo>
                  <a:cubicBezTo>
                    <a:pt x="217170" y="564388"/>
                    <a:pt x="208280" y="562102"/>
                    <a:pt x="199390" y="559435"/>
                  </a:cubicBezTo>
                  <a:cubicBezTo>
                    <a:pt x="190500" y="556768"/>
                    <a:pt x="181991" y="553720"/>
                    <a:pt x="173482" y="550164"/>
                  </a:cubicBezTo>
                  <a:cubicBezTo>
                    <a:pt x="164973" y="546608"/>
                    <a:pt x="156718" y="542671"/>
                    <a:pt x="148590" y="538353"/>
                  </a:cubicBezTo>
                  <a:cubicBezTo>
                    <a:pt x="140462" y="534035"/>
                    <a:pt x="132588" y="529336"/>
                    <a:pt x="124968" y="524129"/>
                  </a:cubicBezTo>
                  <a:cubicBezTo>
                    <a:pt x="117348" y="518922"/>
                    <a:pt x="109982" y="513588"/>
                    <a:pt x="102870" y="507746"/>
                  </a:cubicBezTo>
                  <a:cubicBezTo>
                    <a:pt x="95758" y="501904"/>
                    <a:pt x="88900" y="495681"/>
                    <a:pt x="82423" y="489204"/>
                  </a:cubicBezTo>
                  <a:cubicBezTo>
                    <a:pt x="75946" y="482727"/>
                    <a:pt x="69723" y="475869"/>
                    <a:pt x="63881" y="468757"/>
                  </a:cubicBezTo>
                  <a:cubicBezTo>
                    <a:pt x="58039" y="461645"/>
                    <a:pt x="52578" y="454279"/>
                    <a:pt x="47498" y="446659"/>
                  </a:cubicBezTo>
                  <a:cubicBezTo>
                    <a:pt x="42418" y="439039"/>
                    <a:pt x="37719" y="431165"/>
                    <a:pt x="33274" y="423037"/>
                  </a:cubicBezTo>
                  <a:cubicBezTo>
                    <a:pt x="28829" y="414909"/>
                    <a:pt x="25019" y="406654"/>
                    <a:pt x="21463" y="398145"/>
                  </a:cubicBezTo>
                  <a:cubicBezTo>
                    <a:pt x="17907" y="389636"/>
                    <a:pt x="14859" y="381000"/>
                    <a:pt x="12192" y="372237"/>
                  </a:cubicBezTo>
                  <a:cubicBezTo>
                    <a:pt x="9525" y="363474"/>
                    <a:pt x="7239" y="354457"/>
                    <a:pt x="5461" y="345440"/>
                  </a:cubicBezTo>
                  <a:cubicBezTo>
                    <a:pt x="3683" y="336423"/>
                    <a:pt x="2286" y="327279"/>
                    <a:pt x="1397" y="318135"/>
                  </a:cubicBezTo>
                  <a:cubicBezTo>
                    <a:pt x="508" y="308991"/>
                    <a:pt x="0" y="299720"/>
                    <a:pt x="0" y="29057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437110" y="410464"/>
              <a:ext cx="221893" cy="204298"/>
            </a:xfrm>
            <a:custGeom>
              <a:avLst/>
              <a:gdLst/>
              <a:ahLst/>
              <a:cxnLst/>
              <a:rect r="r" b="b" t="t" l="l"/>
              <a:pathLst>
                <a:path h="204298" w="221893">
                  <a:moveTo>
                    <a:pt x="184047" y="195326"/>
                  </a:moveTo>
                  <a:cubicBezTo>
                    <a:pt x="191921" y="184912"/>
                    <a:pt x="197128" y="176276"/>
                    <a:pt x="199287" y="172085"/>
                  </a:cubicBezTo>
                  <a:lnTo>
                    <a:pt x="204367" y="174625"/>
                  </a:lnTo>
                  <a:lnTo>
                    <a:pt x="199160" y="172339"/>
                  </a:lnTo>
                  <a:cubicBezTo>
                    <a:pt x="201319" y="167640"/>
                    <a:pt x="203351" y="162433"/>
                    <a:pt x="205002" y="157226"/>
                  </a:cubicBezTo>
                  <a:lnTo>
                    <a:pt x="210336" y="159004"/>
                  </a:lnTo>
                  <a:lnTo>
                    <a:pt x="204875" y="157480"/>
                  </a:lnTo>
                  <a:cubicBezTo>
                    <a:pt x="206272" y="152527"/>
                    <a:pt x="207542" y="146812"/>
                    <a:pt x="208558" y="141097"/>
                  </a:cubicBezTo>
                  <a:lnTo>
                    <a:pt x="214146" y="142113"/>
                  </a:lnTo>
                  <a:lnTo>
                    <a:pt x="208558" y="141478"/>
                  </a:lnTo>
                  <a:cubicBezTo>
                    <a:pt x="209447" y="134366"/>
                    <a:pt x="209828" y="128143"/>
                    <a:pt x="209955" y="122555"/>
                  </a:cubicBezTo>
                  <a:lnTo>
                    <a:pt x="215543" y="122682"/>
                  </a:lnTo>
                  <a:lnTo>
                    <a:pt x="209955" y="122936"/>
                  </a:lnTo>
                  <a:cubicBezTo>
                    <a:pt x="209447" y="112014"/>
                    <a:pt x="207796" y="101346"/>
                    <a:pt x="206907" y="96774"/>
                  </a:cubicBezTo>
                  <a:lnTo>
                    <a:pt x="212495" y="95631"/>
                  </a:lnTo>
                  <a:lnTo>
                    <a:pt x="207034" y="97028"/>
                  </a:lnTo>
                  <a:cubicBezTo>
                    <a:pt x="205510" y="91313"/>
                    <a:pt x="204113" y="86614"/>
                    <a:pt x="202081" y="81407"/>
                  </a:cubicBezTo>
                  <a:lnTo>
                    <a:pt x="207415" y="79375"/>
                  </a:lnTo>
                  <a:lnTo>
                    <a:pt x="202208" y="81661"/>
                  </a:lnTo>
                  <a:cubicBezTo>
                    <a:pt x="199922" y="76454"/>
                    <a:pt x="197382" y="71374"/>
                    <a:pt x="194715" y="66675"/>
                  </a:cubicBezTo>
                  <a:lnTo>
                    <a:pt x="199668" y="63881"/>
                  </a:lnTo>
                  <a:lnTo>
                    <a:pt x="194842" y="66929"/>
                  </a:lnTo>
                  <a:cubicBezTo>
                    <a:pt x="191667" y="61976"/>
                    <a:pt x="187857" y="56642"/>
                    <a:pt x="184682" y="52578"/>
                  </a:cubicBezTo>
                  <a:lnTo>
                    <a:pt x="189127" y="49022"/>
                  </a:lnTo>
                  <a:lnTo>
                    <a:pt x="184936" y="52705"/>
                  </a:lnTo>
                  <a:cubicBezTo>
                    <a:pt x="180999" y="48260"/>
                    <a:pt x="176935" y="44069"/>
                    <a:pt x="172617" y="40005"/>
                  </a:cubicBezTo>
                  <a:lnTo>
                    <a:pt x="176427" y="35941"/>
                  </a:lnTo>
                  <a:lnTo>
                    <a:pt x="172744" y="40259"/>
                  </a:lnTo>
                  <a:cubicBezTo>
                    <a:pt x="168299" y="36449"/>
                    <a:pt x="164108" y="33274"/>
                    <a:pt x="159409" y="29845"/>
                  </a:cubicBezTo>
                  <a:lnTo>
                    <a:pt x="162711" y="25273"/>
                  </a:lnTo>
                  <a:lnTo>
                    <a:pt x="159663" y="30099"/>
                  </a:lnTo>
                  <a:cubicBezTo>
                    <a:pt x="154202" y="26670"/>
                    <a:pt x="148995" y="23749"/>
                    <a:pt x="143915" y="21209"/>
                  </a:cubicBezTo>
                  <a:lnTo>
                    <a:pt x="146455" y="16129"/>
                  </a:lnTo>
                  <a:lnTo>
                    <a:pt x="144296" y="21336"/>
                  </a:lnTo>
                  <a:cubicBezTo>
                    <a:pt x="139978" y="19431"/>
                    <a:pt x="134898" y="17653"/>
                    <a:pt x="129818" y="15875"/>
                  </a:cubicBezTo>
                  <a:lnTo>
                    <a:pt x="131596" y="10541"/>
                  </a:lnTo>
                  <a:lnTo>
                    <a:pt x="130072" y="16002"/>
                  </a:lnTo>
                  <a:cubicBezTo>
                    <a:pt x="124992" y="14605"/>
                    <a:pt x="119150" y="13335"/>
                    <a:pt x="113562" y="12319"/>
                  </a:cubicBezTo>
                  <a:lnTo>
                    <a:pt x="114578" y="6731"/>
                  </a:lnTo>
                  <a:lnTo>
                    <a:pt x="113943" y="12319"/>
                  </a:lnTo>
                  <a:cubicBezTo>
                    <a:pt x="107847" y="11557"/>
                    <a:pt x="102132" y="11176"/>
                    <a:pt x="96036" y="11049"/>
                  </a:cubicBezTo>
                  <a:lnTo>
                    <a:pt x="96163" y="5461"/>
                  </a:lnTo>
                  <a:lnTo>
                    <a:pt x="96290" y="11049"/>
                  </a:lnTo>
                  <a:cubicBezTo>
                    <a:pt x="90194" y="11176"/>
                    <a:pt x="85495" y="11557"/>
                    <a:pt x="75081" y="13081"/>
                  </a:cubicBezTo>
                  <a:lnTo>
                    <a:pt x="74319" y="7493"/>
                  </a:lnTo>
                  <a:lnTo>
                    <a:pt x="75462" y="13081"/>
                  </a:lnTo>
                  <a:cubicBezTo>
                    <a:pt x="70382" y="14097"/>
                    <a:pt x="64286" y="15748"/>
                    <a:pt x="59206" y="17272"/>
                  </a:cubicBezTo>
                  <a:lnTo>
                    <a:pt x="57555" y="11938"/>
                  </a:lnTo>
                  <a:lnTo>
                    <a:pt x="59587" y="17272"/>
                  </a:lnTo>
                  <a:cubicBezTo>
                    <a:pt x="54507" y="19177"/>
                    <a:pt x="48411" y="21844"/>
                    <a:pt x="44347" y="23876"/>
                  </a:cubicBezTo>
                  <a:lnTo>
                    <a:pt x="41807" y="18796"/>
                  </a:lnTo>
                  <a:lnTo>
                    <a:pt x="44601" y="23749"/>
                  </a:lnTo>
                  <a:cubicBezTo>
                    <a:pt x="40664" y="26035"/>
                    <a:pt x="35457" y="29210"/>
                    <a:pt x="29234" y="33528"/>
                  </a:cubicBezTo>
                  <a:lnTo>
                    <a:pt x="26059" y="28956"/>
                  </a:lnTo>
                  <a:lnTo>
                    <a:pt x="29488" y="33401"/>
                  </a:lnTo>
                  <a:cubicBezTo>
                    <a:pt x="25424" y="36449"/>
                    <a:pt x="21487" y="39878"/>
                    <a:pt x="17423" y="43688"/>
                  </a:cubicBezTo>
                  <a:lnTo>
                    <a:pt x="13486" y="39624"/>
                  </a:lnTo>
                  <a:lnTo>
                    <a:pt x="17550" y="43561"/>
                  </a:lnTo>
                  <a:cubicBezTo>
                    <a:pt x="14883" y="46355"/>
                    <a:pt x="12343" y="49149"/>
                    <a:pt x="9930" y="51816"/>
                  </a:cubicBezTo>
                  <a:cubicBezTo>
                    <a:pt x="7898" y="54229"/>
                    <a:pt x="4342" y="54356"/>
                    <a:pt x="1929" y="52324"/>
                  </a:cubicBezTo>
                  <a:cubicBezTo>
                    <a:pt x="-484" y="50292"/>
                    <a:pt x="-611" y="46736"/>
                    <a:pt x="1421" y="44323"/>
                  </a:cubicBezTo>
                  <a:cubicBezTo>
                    <a:pt x="3961" y="41529"/>
                    <a:pt x="6501" y="38608"/>
                    <a:pt x="9295" y="35687"/>
                  </a:cubicBezTo>
                  <a:cubicBezTo>
                    <a:pt x="9422" y="35560"/>
                    <a:pt x="9422" y="35560"/>
                    <a:pt x="9549" y="35433"/>
                  </a:cubicBezTo>
                  <a:cubicBezTo>
                    <a:pt x="13867" y="31369"/>
                    <a:pt x="18185" y="27686"/>
                    <a:pt x="22503" y="24384"/>
                  </a:cubicBezTo>
                  <a:cubicBezTo>
                    <a:pt x="22630" y="24384"/>
                    <a:pt x="22630" y="24257"/>
                    <a:pt x="22757" y="24257"/>
                  </a:cubicBezTo>
                  <a:cubicBezTo>
                    <a:pt x="29361" y="19685"/>
                    <a:pt x="34695" y="16256"/>
                    <a:pt x="39140" y="13843"/>
                  </a:cubicBezTo>
                  <a:cubicBezTo>
                    <a:pt x="39267" y="13843"/>
                    <a:pt x="39267" y="13716"/>
                    <a:pt x="39394" y="13716"/>
                  </a:cubicBezTo>
                  <a:cubicBezTo>
                    <a:pt x="43839" y="11430"/>
                    <a:pt x="50316" y="8636"/>
                    <a:pt x="55777" y="6604"/>
                  </a:cubicBezTo>
                  <a:cubicBezTo>
                    <a:pt x="55904" y="6604"/>
                    <a:pt x="56031" y="6477"/>
                    <a:pt x="56031" y="6477"/>
                  </a:cubicBezTo>
                  <a:cubicBezTo>
                    <a:pt x="61492" y="4826"/>
                    <a:pt x="67969" y="3048"/>
                    <a:pt x="73430" y="2032"/>
                  </a:cubicBezTo>
                  <a:cubicBezTo>
                    <a:pt x="73557" y="2032"/>
                    <a:pt x="73684" y="2032"/>
                    <a:pt x="73811" y="2032"/>
                  </a:cubicBezTo>
                  <a:cubicBezTo>
                    <a:pt x="84479" y="508"/>
                    <a:pt x="89686" y="127"/>
                    <a:pt x="96290" y="0"/>
                  </a:cubicBezTo>
                  <a:cubicBezTo>
                    <a:pt x="96417" y="0"/>
                    <a:pt x="96544" y="0"/>
                    <a:pt x="96544" y="0"/>
                  </a:cubicBezTo>
                  <a:cubicBezTo>
                    <a:pt x="103021" y="127"/>
                    <a:pt x="109117" y="635"/>
                    <a:pt x="115594" y="1397"/>
                  </a:cubicBezTo>
                  <a:cubicBezTo>
                    <a:pt x="115721" y="1397"/>
                    <a:pt x="115721" y="1397"/>
                    <a:pt x="115848" y="1397"/>
                  </a:cubicBezTo>
                  <a:cubicBezTo>
                    <a:pt x="121817" y="2413"/>
                    <a:pt x="128040" y="3810"/>
                    <a:pt x="133501" y="5334"/>
                  </a:cubicBezTo>
                  <a:cubicBezTo>
                    <a:pt x="133628" y="5334"/>
                    <a:pt x="133628" y="5334"/>
                    <a:pt x="133755" y="5461"/>
                  </a:cubicBezTo>
                  <a:cubicBezTo>
                    <a:pt x="139216" y="7239"/>
                    <a:pt x="144550" y="9271"/>
                    <a:pt x="149249" y="11176"/>
                  </a:cubicBezTo>
                  <a:cubicBezTo>
                    <a:pt x="149376" y="11176"/>
                    <a:pt x="149503" y="11303"/>
                    <a:pt x="149503" y="11303"/>
                  </a:cubicBezTo>
                  <a:cubicBezTo>
                    <a:pt x="154964" y="13970"/>
                    <a:pt x="160425" y="17018"/>
                    <a:pt x="166267" y="20701"/>
                  </a:cubicBezTo>
                  <a:cubicBezTo>
                    <a:pt x="166394" y="20701"/>
                    <a:pt x="166394" y="20828"/>
                    <a:pt x="166521" y="20828"/>
                  </a:cubicBezTo>
                  <a:cubicBezTo>
                    <a:pt x="171601" y="24384"/>
                    <a:pt x="176046" y="27813"/>
                    <a:pt x="180745" y="31877"/>
                  </a:cubicBezTo>
                  <a:cubicBezTo>
                    <a:pt x="180872" y="31877"/>
                    <a:pt x="180872" y="32004"/>
                    <a:pt x="180999" y="32004"/>
                  </a:cubicBezTo>
                  <a:cubicBezTo>
                    <a:pt x="185571" y="36322"/>
                    <a:pt x="189889" y="40767"/>
                    <a:pt x="194080" y="45466"/>
                  </a:cubicBezTo>
                  <a:cubicBezTo>
                    <a:pt x="194080" y="45593"/>
                    <a:pt x="194207" y="45593"/>
                    <a:pt x="194207" y="45720"/>
                  </a:cubicBezTo>
                  <a:cubicBezTo>
                    <a:pt x="197636" y="50165"/>
                    <a:pt x="201700" y="55626"/>
                    <a:pt x="205002" y="60960"/>
                  </a:cubicBezTo>
                  <a:cubicBezTo>
                    <a:pt x="205002" y="61087"/>
                    <a:pt x="205129" y="61087"/>
                    <a:pt x="205129" y="61214"/>
                  </a:cubicBezTo>
                  <a:cubicBezTo>
                    <a:pt x="207923" y="66167"/>
                    <a:pt x="210717" y="71628"/>
                    <a:pt x="213130" y="77216"/>
                  </a:cubicBezTo>
                  <a:cubicBezTo>
                    <a:pt x="213130" y="77343"/>
                    <a:pt x="213257" y="77343"/>
                    <a:pt x="213257" y="77470"/>
                  </a:cubicBezTo>
                  <a:cubicBezTo>
                    <a:pt x="215416" y="83058"/>
                    <a:pt x="216940" y="88138"/>
                    <a:pt x="218591" y="94234"/>
                  </a:cubicBezTo>
                  <a:cubicBezTo>
                    <a:pt x="218591" y="94361"/>
                    <a:pt x="218591" y="94488"/>
                    <a:pt x="218718" y="94488"/>
                  </a:cubicBezTo>
                  <a:cubicBezTo>
                    <a:pt x="219734" y="99568"/>
                    <a:pt x="221385" y="110871"/>
                    <a:pt x="221893" y="122301"/>
                  </a:cubicBezTo>
                  <a:cubicBezTo>
                    <a:pt x="221893" y="122428"/>
                    <a:pt x="221893" y="122555"/>
                    <a:pt x="221893" y="122682"/>
                  </a:cubicBezTo>
                  <a:cubicBezTo>
                    <a:pt x="221766" y="128651"/>
                    <a:pt x="221385" y="135255"/>
                    <a:pt x="220496" y="142748"/>
                  </a:cubicBezTo>
                  <a:cubicBezTo>
                    <a:pt x="220496" y="142875"/>
                    <a:pt x="220496" y="143002"/>
                    <a:pt x="220496" y="143002"/>
                  </a:cubicBezTo>
                  <a:cubicBezTo>
                    <a:pt x="219480" y="149098"/>
                    <a:pt x="217956" y="155194"/>
                    <a:pt x="216559" y="160528"/>
                  </a:cubicBezTo>
                  <a:cubicBezTo>
                    <a:pt x="216559" y="160655"/>
                    <a:pt x="216559" y="160655"/>
                    <a:pt x="216432" y="160782"/>
                  </a:cubicBezTo>
                  <a:cubicBezTo>
                    <a:pt x="214654" y="166243"/>
                    <a:pt x="212368" y="171831"/>
                    <a:pt x="210082" y="176911"/>
                  </a:cubicBezTo>
                  <a:cubicBezTo>
                    <a:pt x="210082" y="177038"/>
                    <a:pt x="209955" y="177038"/>
                    <a:pt x="209955" y="177165"/>
                  </a:cubicBezTo>
                  <a:cubicBezTo>
                    <a:pt x="207415" y="182118"/>
                    <a:pt x="201827" y="191262"/>
                    <a:pt x="193699" y="202057"/>
                  </a:cubicBezTo>
                  <a:cubicBezTo>
                    <a:pt x="191794" y="204597"/>
                    <a:pt x="188238" y="204978"/>
                    <a:pt x="185825" y="203200"/>
                  </a:cubicBezTo>
                  <a:cubicBezTo>
                    <a:pt x="183412" y="201422"/>
                    <a:pt x="182904" y="197739"/>
                    <a:pt x="184682" y="1953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559787" y="451473"/>
              <a:ext cx="54893" cy="53987"/>
            </a:xfrm>
            <a:custGeom>
              <a:avLst/>
              <a:gdLst/>
              <a:ahLst/>
              <a:cxnLst/>
              <a:rect r="r" b="b" t="t" l="l"/>
              <a:pathLst>
                <a:path h="53987" w="54893">
                  <a:moveTo>
                    <a:pt x="47781" y="50304"/>
                  </a:moveTo>
                  <a:cubicBezTo>
                    <a:pt x="44479" y="52336"/>
                    <a:pt x="40288" y="53733"/>
                    <a:pt x="36224" y="53987"/>
                  </a:cubicBezTo>
                  <a:cubicBezTo>
                    <a:pt x="35843" y="53987"/>
                    <a:pt x="35462" y="53987"/>
                    <a:pt x="35081" y="53987"/>
                  </a:cubicBezTo>
                  <a:cubicBezTo>
                    <a:pt x="30255" y="53352"/>
                    <a:pt x="25556" y="51955"/>
                    <a:pt x="20857" y="49669"/>
                  </a:cubicBezTo>
                  <a:cubicBezTo>
                    <a:pt x="20603" y="49542"/>
                    <a:pt x="20349" y="49415"/>
                    <a:pt x="20095" y="49288"/>
                  </a:cubicBezTo>
                  <a:cubicBezTo>
                    <a:pt x="15396" y="46113"/>
                    <a:pt x="11967" y="42938"/>
                    <a:pt x="8030" y="38493"/>
                  </a:cubicBezTo>
                  <a:cubicBezTo>
                    <a:pt x="7903" y="38366"/>
                    <a:pt x="7649" y="38112"/>
                    <a:pt x="7522" y="37858"/>
                  </a:cubicBezTo>
                  <a:cubicBezTo>
                    <a:pt x="4474" y="33286"/>
                    <a:pt x="2188" y="28587"/>
                    <a:pt x="664" y="23761"/>
                  </a:cubicBezTo>
                  <a:cubicBezTo>
                    <a:pt x="537" y="23507"/>
                    <a:pt x="537" y="23126"/>
                    <a:pt x="410" y="22872"/>
                  </a:cubicBezTo>
                  <a:cubicBezTo>
                    <a:pt x="-352" y="17919"/>
                    <a:pt x="-98" y="13982"/>
                    <a:pt x="1553" y="9664"/>
                  </a:cubicBezTo>
                  <a:cubicBezTo>
                    <a:pt x="1680" y="9283"/>
                    <a:pt x="1934" y="8775"/>
                    <a:pt x="2188" y="8394"/>
                  </a:cubicBezTo>
                  <a:cubicBezTo>
                    <a:pt x="3966" y="5727"/>
                    <a:pt x="5363" y="4457"/>
                    <a:pt x="8792" y="2171"/>
                  </a:cubicBezTo>
                  <a:cubicBezTo>
                    <a:pt x="9173" y="1917"/>
                    <a:pt x="9554" y="1663"/>
                    <a:pt x="9935" y="1536"/>
                  </a:cubicBezTo>
                  <a:cubicBezTo>
                    <a:pt x="13618" y="139"/>
                    <a:pt x="17809" y="-242"/>
                    <a:pt x="22508" y="139"/>
                  </a:cubicBezTo>
                  <a:cubicBezTo>
                    <a:pt x="22762" y="139"/>
                    <a:pt x="23143" y="266"/>
                    <a:pt x="23397" y="266"/>
                  </a:cubicBezTo>
                  <a:cubicBezTo>
                    <a:pt x="28223" y="1409"/>
                    <a:pt x="32922" y="3441"/>
                    <a:pt x="37748" y="6489"/>
                  </a:cubicBezTo>
                  <a:cubicBezTo>
                    <a:pt x="38002" y="6616"/>
                    <a:pt x="38129" y="6743"/>
                    <a:pt x="38383" y="6997"/>
                  </a:cubicBezTo>
                  <a:cubicBezTo>
                    <a:pt x="41939" y="10045"/>
                    <a:pt x="45241" y="13474"/>
                    <a:pt x="48670" y="18046"/>
                  </a:cubicBezTo>
                  <a:cubicBezTo>
                    <a:pt x="48797" y="18300"/>
                    <a:pt x="48924" y="18427"/>
                    <a:pt x="49051" y="18681"/>
                  </a:cubicBezTo>
                  <a:cubicBezTo>
                    <a:pt x="51591" y="23253"/>
                    <a:pt x="53750" y="29095"/>
                    <a:pt x="54766" y="34048"/>
                  </a:cubicBezTo>
                  <a:cubicBezTo>
                    <a:pt x="54893" y="34429"/>
                    <a:pt x="54893" y="34937"/>
                    <a:pt x="54893" y="35445"/>
                  </a:cubicBezTo>
                  <a:cubicBezTo>
                    <a:pt x="54639" y="39763"/>
                    <a:pt x="53242" y="43827"/>
                    <a:pt x="51210" y="47256"/>
                  </a:cubicBezTo>
                  <a:cubicBezTo>
                    <a:pt x="49686" y="49923"/>
                    <a:pt x="46130" y="50812"/>
                    <a:pt x="43463" y="49288"/>
                  </a:cubicBezTo>
                  <a:cubicBezTo>
                    <a:pt x="40796" y="47764"/>
                    <a:pt x="39907" y="44208"/>
                    <a:pt x="41431" y="41541"/>
                  </a:cubicBezTo>
                  <a:cubicBezTo>
                    <a:pt x="42701" y="39255"/>
                    <a:pt x="43463" y="36969"/>
                    <a:pt x="43590" y="34810"/>
                  </a:cubicBezTo>
                  <a:lnTo>
                    <a:pt x="49178" y="35064"/>
                  </a:lnTo>
                  <a:lnTo>
                    <a:pt x="43590" y="36080"/>
                  </a:lnTo>
                  <a:cubicBezTo>
                    <a:pt x="42955" y="32524"/>
                    <a:pt x="41177" y="27825"/>
                    <a:pt x="39145" y="24015"/>
                  </a:cubicBezTo>
                  <a:lnTo>
                    <a:pt x="44098" y="21348"/>
                  </a:lnTo>
                  <a:lnTo>
                    <a:pt x="39526" y="24650"/>
                  </a:lnTo>
                  <a:cubicBezTo>
                    <a:pt x="36732" y="20840"/>
                    <a:pt x="34065" y="17919"/>
                    <a:pt x="31144" y="15633"/>
                  </a:cubicBezTo>
                  <a:lnTo>
                    <a:pt x="34827" y="11315"/>
                  </a:lnTo>
                  <a:lnTo>
                    <a:pt x="31779" y="16141"/>
                  </a:lnTo>
                  <a:cubicBezTo>
                    <a:pt x="27969" y="13728"/>
                    <a:pt x="24286" y="12204"/>
                    <a:pt x="20730" y="11315"/>
                  </a:cubicBezTo>
                  <a:lnTo>
                    <a:pt x="22127" y="5854"/>
                  </a:lnTo>
                  <a:lnTo>
                    <a:pt x="21619" y="11442"/>
                  </a:lnTo>
                  <a:cubicBezTo>
                    <a:pt x="17936" y="11188"/>
                    <a:pt x="15650" y="11442"/>
                    <a:pt x="13999" y="12077"/>
                  </a:cubicBezTo>
                  <a:lnTo>
                    <a:pt x="11967" y="6743"/>
                  </a:lnTo>
                  <a:lnTo>
                    <a:pt x="15142" y="11442"/>
                  </a:lnTo>
                  <a:cubicBezTo>
                    <a:pt x="12602" y="13220"/>
                    <a:pt x="12348" y="13601"/>
                    <a:pt x="11459" y="14871"/>
                  </a:cubicBezTo>
                  <a:lnTo>
                    <a:pt x="6760" y="11696"/>
                  </a:lnTo>
                  <a:lnTo>
                    <a:pt x="12094" y="13728"/>
                  </a:lnTo>
                  <a:cubicBezTo>
                    <a:pt x="11332" y="15760"/>
                    <a:pt x="11078" y="17792"/>
                    <a:pt x="11586" y="21221"/>
                  </a:cubicBezTo>
                  <a:lnTo>
                    <a:pt x="5998" y="22110"/>
                  </a:lnTo>
                  <a:lnTo>
                    <a:pt x="11332" y="20332"/>
                  </a:lnTo>
                  <a:cubicBezTo>
                    <a:pt x="12475" y="24015"/>
                    <a:pt x="14253" y="27825"/>
                    <a:pt x="16793" y="31635"/>
                  </a:cubicBezTo>
                  <a:lnTo>
                    <a:pt x="12094" y="34810"/>
                  </a:lnTo>
                  <a:lnTo>
                    <a:pt x="16412" y="31127"/>
                  </a:lnTo>
                  <a:cubicBezTo>
                    <a:pt x="19714" y="34937"/>
                    <a:pt x="22508" y="37350"/>
                    <a:pt x="26318" y="40017"/>
                  </a:cubicBezTo>
                  <a:lnTo>
                    <a:pt x="23143" y="44716"/>
                  </a:lnTo>
                  <a:lnTo>
                    <a:pt x="25556" y="39636"/>
                  </a:lnTo>
                  <a:cubicBezTo>
                    <a:pt x="29239" y="41414"/>
                    <a:pt x="32922" y="42430"/>
                    <a:pt x="36478" y="42938"/>
                  </a:cubicBezTo>
                  <a:lnTo>
                    <a:pt x="35716" y="48526"/>
                  </a:lnTo>
                  <a:lnTo>
                    <a:pt x="35335" y="42938"/>
                  </a:lnTo>
                  <a:cubicBezTo>
                    <a:pt x="37621" y="42811"/>
                    <a:pt x="39907" y="42049"/>
                    <a:pt x="41685" y="40906"/>
                  </a:cubicBezTo>
                  <a:cubicBezTo>
                    <a:pt x="44352" y="39255"/>
                    <a:pt x="47781" y="40017"/>
                    <a:pt x="49432" y="42684"/>
                  </a:cubicBezTo>
                  <a:cubicBezTo>
                    <a:pt x="51083" y="45351"/>
                    <a:pt x="50321" y="48780"/>
                    <a:pt x="47654" y="504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565277" y="596900"/>
              <a:ext cx="79756" cy="79756"/>
            </a:xfrm>
            <a:custGeom>
              <a:avLst/>
              <a:gdLst/>
              <a:ahLst/>
              <a:cxnLst/>
              <a:rect r="r" b="b" t="t" l="l"/>
              <a:pathLst>
                <a:path h="79756" w="79756">
                  <a:moveTo>
                    <a:pt x="79756" y="39878"/>
                  </a:moveTo>
                  <a:cubicBezTo>
                    <a:pt x="79756" y="45212"/>
                    <a:pt x="78740" y="50292"/>
                    <a:pt x="76708" y="55118"/>
                  </a:cubicBezTo>
                  <a:lnTo>
                    <a:pt x="71501" y="52959"/>
                  </a:lnTo>
                  <a:lnTo>
                    <a:pt x="76708" y="55118"/>
                  </a:lnTo>
                  <a:cubicBezTo>
                    <a:pt x="74676" y="59944"/>
                    <a:pt x="71755" y="64389"/>
                    <a:pt x="68072" y="68072"/>
                  </a:cubicBezTo>
                  <a:lnTo>
                    <a:pt x="64135" y="64135"/>
                  </a:lnTo>
                  <a:lnTo>
                    <a:pt x="68072" y="68072"/>
                  </a:lnTo>
                  <a:cubicBezTo>
                    <a:pt x="64389" y="71755"/>
                    <a:pt x="59944" y="74676"/>
                    <a:pt x="55118" y="76708"/>
                  </a:cubicBezTo>
                  <a:cubicBezTo>
                    <a:pt x="50292" y="78740"/>
                    <a:pt x="45085" y="79756"/>
                    <a:pt x="39878" y="79756"/>
                  </a:cubicBezTo>
                  <a:lnTo>
                    <a:pt x="39878" y="74168"/>
                  </a:lnTo>
                  <a:lnTo>
                    <a:pt x="39878" y="79756"/>
                  </a:lnTo>
                  <a:cubicBezTo>
                    <a:pt x="34544" y="79756"/>
                    <a:pt x="29464" y="78740"/>
                    <a:pt x="24638" y="76708"/>
                  </a:cubicBezTo>
                  <a:lnTo>
                    <a:pt x="26797" y="71501"/>
                  </a:lnTo>
                  <a:lnTo>
                    <a:pt x="24638" y="76708"/>
                  </a:lnTo>
                  <a:cubicBezTo>
                    <a:pt x="19812" y="74676"/>
                    <a:pt x="15367" y="71755"/>
                    <a:pt x="11684" y="68072"/>
                  </a:cubicBezTo>
                  <a:lnTo>
                    <a:pt x="15621" y="64135"/>
                  </a:lnTo>
                  <a:lnTo>
                    <a:pt x="11684" y="68072"/>
                  </a:lnTo>
                  <a:cubicBezTo>
                    <a:pt x="8001" y="64389"/>
                    <a:pt x="5080" y="59944"/>
                    <a:pt x="3048" y="55118"/>
                  </a:cubicBezTo>
                  <a:lnTo>
                    <a:pt x="8255" y="52959"/>
                  </a:lnTo>
                  <a:lnTo>
                    <a:pt x="3048" y="55118"/>
                  </a:lnTo>
                  <a:cubicBezTo>
                    <a:pt x="1016" y="50292"/>
                    <a:pt x="0" y="45085"/>
                    <a:pt x="0" y="39878"/>
                  </a:cubicBezTo>
                  <a:lnTo>
                    <a:pt x="5588" y="39878"/>
                  </a:lnTo>
                  <a:lnTo>
                    <a:pt x="0" y="39878"/>
                  </a:lnTo>
                  <a:cubicBezTo>
                    <a:pt x="0" y="34544"/>
                    <a:pt x="1016" y="29464"/>
                    <a:pt x="3048" y="24638"/>
                  </a:cubicBezTo>
                  <a:lnTo>
                    <a:pt x="8255" y="26797"/>
                  </a:lnTo>
                  <a:lnTo>
                    <a:pt x="3048" y="24638"/>
                  </a:lnTo>
                  <a:cubicBezTo>
                    <a:pt x="5080" y="19812"/>
                    <a:pt x="8001" y="15367"/>
                    <a:pt x="11684" y="11684"/>
                  </a:cubicBezTo>
                  <a:cubicBezTo>
                    <a:pt x="15367" y="8001"/>
                    <a:pt x="19812" y="5080"/>
                    <a:pt x="24638" y="3048"/>
                  </a:cubicBezTo>
                  <a:cubicBezTo>
                    <a:pt x="29464" y="1016"/>
                    <a:pt x="34671" y="0"/>
                    <a:pt x="39878" y="0"/>
                  </a:cubicBezTo>
                  <a:lnTo>
                    <a:pt x="39878" y="5588"/>
                  </a:lnTo>
                  <a:lnTo>
                    <a:pt x="39878" y="0"/>
                  </a:lnTo>
                  <a:cubicBezTo>
                    <a:pt x="45212" y="0"/>
                    <a:pt x="50292" y="1016"/>
                    <a:pt x="55118" y="3048"/>
                  </a:cubicBezTo>
                  <a:cubicBezTo>
                    <a:pt x="59944" y="5080"/>
                    <a:pt x="64389" y="8001"/>
                    <a:pt x="68072" y="11684"/>
                  </a:cubicBezTo>
                  <a:lnTo>
                    <a:pt x="64135" y="15621"/>
                  </a:lnTo>
                  <a:lnTo>
                    <a:pt x="68072" y="11684"/>
                  </a:lnTo>
                  <a:cubicBezTo>
                    <a:pt x="71755" y="15367"/>
                    <a:pt x="74676" y="19812"/>
                    <a:pt x="76708" y="24638"/>
                  </a:cubicBezTo>
                  <a:lnTo>
                    <a:pt x="71501" y="26797"/>
                  </a:lnTo>
                  <a:lnTo>
                    <a:pt x="76708" y="24638"/>
                  </a:lnTo>
                  <a:cubicBezTo>
                    <a:pt x="78740" y="29464"/>
                    <a:pt x="79756" y="34671"/>
                    <a:pt x="79756" y="39878"/>
                  </a:cubicBezTo>
                  <a:lnTo>
                    <a:pt x="74168" y="39878"/>
                  </a:lnTo>
                  <a:lnTo>
                    <a:pt x="79756" y="39878"/>
                  </a:lnTo>
                  <a:moveTo>
                    <a:pt x="68453" y="39878"/>
                  </a:moveTo>
                  <a:cubicBezTo>
                    <a:pt x="68453" y="36068"/>
                    <a:pt x="67691" y="32385"/>
                    <a:pt x="66294" y="28956"/>
                  </a:cubicBezTo>
                  <a:cubicBezTo>
                    <a:pt x="64897" y="25400"/>
                    <a:pt x="62738" y="22352"/>
                    <a:pt x="60071" y="19685"/>
                  </a:cubicBezTo>
                  <a:cubicBezTo>
                    <a:pt x="57404" y="17018"/>
                    <a:pt x="54356" y="14986"/>
                    <a:pt x="50800" y="13462"/>
                  </a:cubicBezTo>
                  <a:lnTo>
                    <a:pt x="52959" y="8255"/>
                  </a:lnTo>
                  <a:lnTo>
                    <a:pt x="50800" y="13462"/>
                  </a:lnTo>
                  <a:cubicBezTo>
                    <a:pt x="47244" y="12065"/>
                    <a:pt x="43688" y="11303"/>
                    <a:pt x="39878" y="11303"/>
                  </a:cubicBezTo>
                  <a:cubicBezTo>
                    <a:pt x="36068" y="11303"/>
                    <a:pt x="32385" y="12065"/>
                    <a:pt x="28956" y="13462"/>
                  </a:cubicBezTo>
                  <a:lnTo>
                    <a:pt x="26797" y="8255"/>
                  </a:lnTo>
                  <a:lnTo>
                    <a:pt x="28956" y="13462"/>
                  </a:lnTo>
                  <a:cubicBezTo>
                    <a:pt x="25400" y="14859"/>
                    <a:pt x="22352" y="17018"/>
                    <a:pt x="19685" y="19685"/>
                  </a:cubicBezTo>
                  <a:lnTo>
                    <a:pt x="15748" y="15748"/>
                  </a:lnTo>
                  <a:lnTo>
                    <a:pt x="19685" y="19685"/>
                  </a:lnTo>
                  <a:cubicBezTo>
                    <a:pt x="17018" y="22352"/>
                    <a:pt x="14986" y="25400"/>
                    <a:pt x="13462" y="28956"/>
                  </a:cubicBezTo>
                  <a:cubicBezTo>
                    <a:pt x="12065" y="32512"/>
                    <a:pt x="11303" y="36068"/>
                    <a:pt x="11303" y="39878"/>
                  </a:cubicBezTo>
                  <a:cubicBezTo>
                    <a:pt x="11303" y="43688"/>
                    <a:pt x="12065" y="47371"/>
                    <a:pt x="13462" y="50800"/>
                  </a:cubicBezTo>
                  <a:cubicBezTo>
                    <a:pt x="14859" y="54356"/>
                    <a:pt x="17018" y="57404"/>
                    <a:pt x="19685" y="60071"/>
                  </a:cubicBezTo>
                  <a:cubicBezTo>
                    <a:pt x="22352" y="62738"/>
                    <a:pt x="25400" y="64770"/>
                    <a:pt x="28956" y="66294"/>
                  </a:cubicBezTo>
                  <a:cubicBezTo>
                    <a:pt x="32512" y="67691"/>
                    <a:pt x="36068" y="68453"/>
                    <a:pt x="39878" y="68453"/>
                  </a:cubicBezTo>
                  <a:cubicBezTo>
                    <a:pt x="43688" y="68453"/>
                    <a:pt x="47371" y="67691"/>
                    <a:pt x="50800" y="66294"/>
                  </a:cubicBezTo>
                  <a:lnTo>
                    <a:pt x="52959" y="71501"/>
                  </a:lnTo>
                  <a:lnTo>
                    <a:pt x="50800" y="66294"/>
                  </a:lnTo>
                  <a:cubicBezTo>
                    <a:pt x="54356" y="64897"/>
                    <a:pt x="57404" y="62738"/>
                    <a:pt x="60071" y="60071"/>
                  </a:cubicBezTo>
                  <a:cubicBezTo>
                    <a:pt x="62738" y="57404"/>
                    <a:pt x="64770" y="54356"/>
                    <a:pt x="66294" y="50800"/>
                  </a:cubicBezTo>
                  <a:cubicBezTo>
                    <a:pt x="67691" y="47244"/>
                    <a:pt x="68453" y="43688"/>
                    <a:pt x="68453" y="398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598895" y="490310"/>
              <a:ext cx="12646" cy="12265"/>
            </a:xfrm>
            <a:custGeom>
              <a:avLst/>
              <a:gdLst/>
              <a:ahLst/>
              <a:cxnLst/>
              <a:rect r="r" b="b" t="t" l="l"/>
              <a:pathLst>
                <a:path h="12265" w="12646">
                  <a:moveTo>
                    <a:pt x="2323" y="2069"/>
                  </a:moveTo>
                  <a:lnTo>
                    <a:pt x="3720" y="1053"/>
                  </a:lnTo>
                  <a:cubicBezTo>
                    <a:pt x="6260" y="-725"/>
                    <a:pt x="9816" y="-217"/>
                    <a:pt x="11594" y="2323"/>
                  </a:cubicBezTo>
                  <a:cubicBezTo>
                    <a:pt x="13372" y="4863"/>
                    <a:pt x="12864" y="8419"/>
                    <a:pt x="10324" y="10197"/>
                  </a:cubicBezTo>
                  <a:lnTo>
                    <a:pt x="8927" y="11213"/>
                  </a:lnTo>
                  <a:cubicBezTo>
                    <a:pt x="6387" y="12991"/>
                    <a:pt x="2831" y="12483"/>
                    <a:pt x="1053" y="9943"/>
                  </a:cubicBezTo>
                  <a:cubicBezTo>
                    <a:pt x="-725" y="7403"/>
                    <a:pt x="-217" y="3847"/>
                    <a:pt x="2323" y="206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409734" y="452764"/>
              <a:ext cx="167668" cy="204969"/>
            </a:xfrm>
            <a:custGeom>
              <a:avLst/>
              <a:gdLst/>
              <a:ahLst/>
              <a:cxnLst/>
              <a:rect r="r" b="b" t="t" l="l"/>
              <a:pathLst>
                <a:path h="204969" w="167668">
                  <a:moveTo>
                    <a:pt x="37052" y="9262"/>
                  </a:moveTo>
                  <a:cubicBezTo>
                    <a:pt x="33115" y="13961"/>
                    <a:pt x="29686" y="18914"/>
                    <a:pt x="26638" y="24121"/>
                  </a:cubicBezTo>
                  <a:lnTo>
                    <a:pt x="21812" y="21200"/>
                  </a:lnTo>
                  <a:lnTo>
                    <a:pt x="26638" y="24121"/>
                  </a:lnTo>
                  <a:cubicBezTo>
                    <a:pt x="23590" y="29328"/>
                    <a:pt x="20923" y="34789"/>
                    <a:pt x="18764" y="40504"/>
                  </a:cubicBezTo>
                  <a:cubicBezTo>
                    <a:pt x="16605" y="46219"/>
                    <a:pt x="14827" y="52061"/>
                    <a:pt x="13557" y="58030"/>
                  </a:cubicBezTo>
                  <a:lnTo>
                    <a:pt x="7969" y="56887"/>
                  </a:lnTo>
                  <a:lnTo>
                    <a:pt x="13557" y="58030"/>
                  </a:lnTo>
                  <a:cubicBezTo>
                    <a:pt x="12287" y="63999"/>
                    <a:pt x="11525" y="69968"/>
                    <a:pt x="11271" y="76064"/>
                  </a:cubicBezTo>
                  <a:lnTo>
                    <a:pt x="5683" y="75810"/>
                  </a:lnTo>
                  <a:lnTo>
                    <a:pt x="11271" y="76064"/>
                  </a:lnTo>
                  <a:cubicBezTo>
                    <a:pt x="11017" y="82160"/>
                    <a:pt x="11271" y="88256"/>
                    <a:pt x="11906" y="94225"/>
                  </a:cubicBezTo>
                  <a:lnTo>
                    <a:pt x="6318" y="94860"/>
                  </a:lnTo>
                  <a:lnTo>
                    <a:pt x="11906" y="94225"/>
                  </a:lnTo>
                  <a:cubicBezTo>
                    <a:pt x="12668" y="100321"/>
                    <a:pt x="13811" y="106290"/>
                    <a:pt x="15462" y="112132"/>
                  </a:cubicBezTo>
                  <a:lnTo>
                    <a:pt x="10001" y="113656"/>
                  </a:lnTo>
                  <a:lnTo>
                    <a:pt x="15462" y="112132"/>
                  </a:lnTo>
                  <a:cubicBezTo>
                    <a:pt x="17113" y="117974"/>
                    <a:pt x="19272" y="123689"/>
                    <a:pt x="21939" y="129150"/>
                  </a:cubicBezTo>
                  <a:cubicBezTo>
                    <a:pt x="24606" y="134611"/>
                    <a:pt x="27527" y="139945"/>
                    <a:pt x="31083" y="144898"/>
                  </a:cubicBezTo>
                  <a:lnTo>
                    <a:pt x="26384" y="148073"/>
                  </a:lnTo>
                  <a:lnTo>
                    <a:pt x="31083" y="144898"/>
                  </a:lnTo>
                  <a:cubicBezTo>
                    <a:pt x="34512" y="149851"/>
                    <a:pt x="38449" y="154677"/>
                    <a:pt x="42640" y="158995"/>
                  </a:cubicBezTo>
                  <a:lnTo>
                    <a:pt x="38576" y="162932"/>
                  </a:lnTo>
                  <a:lnTo>
                    <a:pt x="42640" y="158995"/>
                  </a:lnTo>
                  <a:cubicBezTo>
                    <a:pt x="46831" y="163440"/>
                    <a:pt x="51403" y="167377"/>
                    <a:pt x="56356" y="171060"/>
                  </a:cubicBezTo>
                  <a:lnTo>
                    <a:pt x="52927" y="175632"/>
                  </a:lnTo>
                  <a:lnTo>
                    <a:pt x="56356" y="171060"/>
                  </a:lnTo>
                  <a:cubicBezTo>
                    <a:pt x="61182" y="174743"/>
                    <a:pt x="66389" y="177918"/>
                    <a:pt x="71723" y="180712"/>
                  </a:cubicBezTo>
                  <a:lnTo>
                    <a:pt x="69056" y="185665"/>
                  </a:lnTo>
                  <a:lnTo>
                    <a:pt x="71723" y="180712"/>
                  </a:lnTo>
                  <a:cubicBezTo>
                    <a:pt x="77184" y="183506"/>
                    <a:pt x="82772" y="185919"/>
                    <a:pt x="88487" y="187824"/>
                  </a:cubicBezTo>
                  <a:cubicBezTo>
                    <a:pt x="94329" y="189729"/>
                    <a:pt x="100171" y="191126"/>
                    <a:pt x="106140" y="192142"/>
                  </a:cubicBezTo>
                  <a:lnTo>
                    <a:pt x="105251" y="197730"/>
                  </a:lnTo>
                  <a:lnTo>
                    <a:pt x="106140" y="192142"/>
                  </a:lnTo>
                  <a:cubicBezTo>
                    <a:pt x="112109" y="193031"/>
                    <a:pt x="118205" y="193539"/>
                    <a:pt x="124301" y="193539"/>
                  </a:cubicBezTo>
                  <a:lnTo>
                    <a:pt x="124301" y="199127"/>
                  </a:lnTo>
                  <a:lnTo>
                    <a:pt x="124301" y="193539"/>
                  </a:lnTo>
                  <a:cubicBezTo>
                    <a:pt x="130397" y="193539"/>
                    <a:pt x="136493" y="193031"/>
                    <a:pt x="142462" y="191888"/>
                  </a:cubicBezTo>
                  <a:lnTo>
                    <a:pt x="143351" y="197476"/>
                  </a:lnTo>
                  <a:lnTo>
                    <a:pt x="142462" y="191888"/>
                  </a:lnTo>
                  <a:cubicBezTo>
                    <a:pt x="148431" y="190872"/>
                    <a:pt x="154400" y="189348"/>
                    <a:pt x="160115" y="187443"/>
                  </a:cubicBezTo>
                  <a:cubicBezTo>
                    <a:pt x="163036" y="186427"/>
                    <a:pt x="166338" y="187951"/>
                    <a:pt x="167354" y="190999"/>
                  </a:cubicBezTo>
                  <a:cubicBezTo>
                    <a:pt x="168370" y="194047"/>
                    <a:pt x="166846" y="197222"/>
                    <a:pt x="163798" y="198238"/>
                  </a:cubicBezTo>
                  <a:cubicBezTo>
                    <a:pt x="157448" y="200397"/>
                    <a:pt x="150971" y="202048"/>
                    <a:pt x="144367" y="203191"/>
                  </a:cubicBezTo>
                  <a:cubicBezTo>
                    <a:pt x="137763" y="204334"/>
                    <a:pt x="131159" y="204842"/>
                    <a:pt x="124428" y="204969"/>
                  </a:cubicBezTo>
                  <a:cubicBezTo>
                    <a:pt x="117697" y="204969"/>
                    <a:pt x="111093" y="204461"/>
                    <a:pt x="104489" y="203445"/>
                  </a:cubicBezTo>
                  <a:cubicBezTo>
                    <a:pt x="97885" y="202429"/>
                    <a:pt x="91408" y="200778"/>
                    <a:pt x="85058" y="198746"/>
                  </a:cubicBezTo>
                  <a:lnTo>
                    <a:pt x="86836" y="193412"/>
                  </a:lnTo>
                  <a:lnTo>
                    <a:pt x="85058" y="198746"/>
                  </a:lnTo>
                  <a:cubicBezTo>
                    <a:pt x="78708" y="196587"/>
                    <a:pt x="72485" y="194047"/>
                    <a:pt x="66643" y="190999"/>
                  </a:cubicBezTo>
                  <a:cubicBezTo>
                    <a:pt x="60801" y="187951"/>
                    <a:pt x="55086" y="184395"/>
                    <a:pt x="49625" y="180331"/>
                  </a:cubicBezTo>
                  <a:cubicBezTo>
                    <a:pt x="44291" y="176267"/>
                    <a:pt x="39211" y="171949"/>
                    <a:pt x="34639" y="166996"/>
                  </a:cubicBezTo>
                  <a:cubicBezTo>
                    <a:pt x="29940" y="162170"/>
                    <a:pt x="25749" y="156963"/>
                    <a:pt x="21939" y="151502"/>
                  </a:cubicBezTo>
                  <a:cubicBezTo>
                    <a:pt x="18129" y="146041"/>
                    <a:pt x="14827" y="140199"/>
                    <a:pt x="11906" y="134103"/>
                  </a:cubicBezTo>
                  <a:lnTo>
                    <a:pt x="16986" y="131690"/>
                  </a:lnTo>
                  <a:lnTo>
                    <a:pt x="11906" y="134103"/>
                  </a:lnTo>
                  <a:cubicBezTo>
                    <a:pt x="8985" y="128007"/>
                    <a:pt x="6699" y="121784"/>
                    <a:pt x="4794" y="115307"/>
                  </a:cubicBezTo>
                  <a:cubicBezTo>
                    <a:pt x="2889" y="108830"/>
                    <a:pt x="1619" y="102353"/>
                    <a:pt x="857" y="95622"/>
                  </a:cubicBezTo>
                  <a:cubicBezTo>
                    <a:pt x="95" y="89018"/>
                    <a:pt x="-159" y="82287"/>
                    <a:pt x="95" y="75556"/>
                  </a:cubicBezTo>
                  <a:cubicBezTo>
                    <a:pt x="349" y="68825"/>
                    <a:pt x="1238" y="62221"/>
                    <a:pt x="2635" y="55617"/>
                  </a:cubicBezTo>
                  <a:cubicBezTo>
                    <a:pt x="4032" y="49013"/>
                    <a:pt x="5937" y="42663"/>
                    <a:pt x="8350" y="36440"/>
                  </a:cubicBezTo>
                  <a:lnTo>
                    <a:pt x="13557" y="38472"/>
                  </a:lnTo>
                  <a:lnTo>
                    <a:pt x="8350" y="36440"/>
                  </a:lnTo>
                  <a:cubicBezTo>
                    <a:pt x="10763" y="30217"/>
                    <a:pt x="13684" y="24121"/>
                    <a:pt x="17113" y="18406"/>
                  </a:cubicBezTo>
                  <a:cubicBezTo>
                    <a:pt x="20542" y="12564"/>
                    <a:pt x="24352" y="7103"/>
                    <a:pt x="28670" y="2023"/>
                  </a:cubicBezTo>
                  <a:cubicBezTo>
                    <a:pt x="30702" y="-390"/>
                    <a:pt x="34258" y="-644"/>
                    <a:pt x="36671" y="1261"/>
                  </a:cubicBezTo>
                  <a:cubicBezTo>
                    <a:pt x="39084" y="3166"/>
                    <a:pt x="39338" y="6849"/>
                    <a:pt x="37433" y="92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015925" y="175917"/>
            <a:ext cx="4183499" cy="69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b="true" sz="402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Proposed Solution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85800" y="4899942"/>
            <a:ext cx="4976479" cy="10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Voice Support</a:t>
            </a:r>
          </a:p>
          <a:p>
            <a:pPr algn="l">
              <a:lnSpc>
                <a:spcPts val="2783"/>
              </a:lnSpc>
            </a:pPr>
            <a:r>
              <a:rPr lang="en-US" sz="19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Voice input/output for illiterate and elderly users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50554" y="1959026"/>
            <a:ext cx="4514240" cy="10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AI-Powered Analysis</a:t>
            </a:r>
          </a:p>
          <a:p>
            <a:pPr algn="l">
              <a:lnSpc>
                <a:spcPts val="2783"/>
              </a:lnSpc>
            </a:pPr>
            <a:r>
              <a:rPr lang="en-US" sz="19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Automatically analyzes medical reports with precision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236165" y="4899942"/>
            <a:ext cx="5126679" cy="10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b="true" sz="19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Instant Results</a:t>
            </a:r>
          </a:p>
          <a:p>
            <a:pPr algn="l">
              <a:lnSpc>
                <a:spcPts val="2783"/>
              </a:lnSpc>
            </a:pPr>
            <a:r>
              <a:rPr lang="en-US" sz="19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Real-time report analysis and explanation on demand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127747" y="1811129"/>
            <a:ext cx="4548902" cy="1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18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Simple Language</a:t>
            </a:r>
          </a:p>
          <a:p>
            <a:pPr algn="l">
              <a:lnSpc>
                <a:spcPts val="3367"/>
              </a:lnSpc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Converts complex terms into easy-to-understand explanations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572000" cy="6858000"/>
            <a:chOff x="0" y="0"/>
            <a:chExt cx="609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172885" y="1652149"/>
            <a:ext cx="549642" cy="584444"/>
          </a:xfrm>
          <a:custGeom>
            <a:avLst/>
            <a:gdLst/>
            <a:ahLst/>
            <a:cxnLst/>
            <a:rect r="r" b="b" t="t" l="l"/>
            <a:pathLst>
              <a:path h="584444" w="549642">
                <a:moveTo>
                  <a:pt x="0" y="0"/>
                </a:moveTo>
                <a:lnTo>
                  <a:pt x="549641" y="0"/>
                </a:lnTo>
                <a:lnTo>
                  <a:pt x="549641" y="584445"/>
                </a:lnTo>
                <a:lnTo>
                  <a:pt x="0" y="584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160369" y="2823753"/>
            <a:ext cx="562158" cy="568678"/>
            <a:chOff x="0" y="0"/>
            <a:chExt cx="515734" cy="5217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373"/>
              <a:ext cx="330073" cy="330201"/>
            </a:xfrm>
            <a:custGeom>
              <a:avLst/>
              <a:gdLst/>
              <a:ahLst/>
              <a:cxnLst/>
              <a:rect r="r" b="b" t="t" l="l"/>
              <a:pathLst>
                <a:path h="330201" w="330073">
                  <a:moveTo>
                    <a:pt x="329946" y="165101"/>
                  </a:moveTo>
                  <a:cubicBezTo>
                    <a:pt x="329946" y="175896"/>
                    <a:pt x="328930" y="186691"/>
                    <a:pt x="326771" y="197232"/>
                  </a:cubicBezTo>
                  <a:lnTo>
                    <a:pt x="318643" y="195581"/>
                  </a:lnTo>
                  <a:lnTo>
                    <a:pt x="326771" y="197232"/>
                  </a:lnTo>
                  <a:cubicBezTo>
                    <a:pt x="324612" y="207900"/>
                    <a:pt x="321564" y="218187"/>
                    <a:pt x="317373" y="228220"/>
                  </a:cubicBezTo>
                  <a:lnTo>
                    <a:pt x="309626" y="225045"/>
                  </a:lnTo>
                  <a:lnTo>
                    <a:pt x="317373" y="228220"/>
                  </a:lnTo>
                  <a:cubicBezTo>
                    <a:pt x="313182" y="238253"/>
                    <a:pt x="308102" y="247778"/>
                    <a:pt x="302133" y="256795"/>
                  </a:cubicBezTo>
                  <a:lnTo>
                    <a:pt x="295148" y="252096"/>
                  </a:lnTo>
                  <a:lnTo>
                    <a:pt x="302133" y="256795"/>
                  </a:lnTo>
                  <a:cubicBezTo>
                    <a:pt x="296164" y="265812"/>
                    <a:pt x="289306" y="274194"/>
                    <a:pt x="281559" y="281814"/>
                  </a:cubicBezTo>
                  <a:cubicBezTo>
                    <a:pt x="273939" y="289434"/>
                    <a:pt x="265557" y="296292"/>
                    <a:pt x="256540" y="302388"/>
                  </a:cubicBezTo>
                  <a:cubicBezTo>
                    <a:pt x="247523" y="308357"/>
                    <a:pt x="237998" y="313437"/>
                    <a:pt x="227965" y="317628"/>
                  </a:cubicBezTo>
                  <a:lnTo>
                    <a:pt x="224790" y="309881"/>
                  </a:lnTo>
                  <a:lnTo>
                    <a:pt x="227965" y="317628"/>
                  </a:lnTo>
                  <a:cubicBezTo>
                    <a:pt x="217932" y="321819"/>
                    <a:pt x="207645" y="324867"/>
                    <a:pt x="196977" y="327026"/>
                  </a:cubicBezTo>
                  <a:lnTo>
                    <a:pt x="195326" y="318898"/>
                  </a:lnTo>
                  <a:lnTo>
                    <a:pt x="196977" y="327026"/>
                  </a:lnTo>
                  <a:cubicBezTo>
                    <a:pt x="186309" y="329185"/>
                    <a:pt x="175641" y="330201"/>
                    <a:pt x="164846" y="330201"/>
                  </a:cubicBezTo>
                  <a:lnTo>
                    <a:pt x="164846" y="321819"/>
                  </a:lnTo>
                  <a:lnTo>
                    <a:pt x="164846" y="330201"/>
                  </a:lnTo>
                  <a:cubicBezTo>
                    <a:pt x="154051" y="330201"/>
                    <a:pt x="143256" y="329185"/>
                    <a:pt x="132715" y="327026"/>
                  </a:cubicBezTo>
                  <a:lnTo>
                    <a:pt x="134366" y="318898"/>
                  </a:lnTo>
                  <a:lnTo>
                    <a:pt x="132715" y="327026"/>
                  </a:lnTo>
                  <a:cubicBezTo>
                    <a:pt x="122047" y="324867"/>
                    <a:pt x="111760" y="321819"/>
                    <a:pt x="101727" y="317628"/>
                  </a:cubicBezTo>
                  <a:lnTo>
                    <a:pt x="104902" y="309881"/>
                  </a:lnTo>
                  <a:lnTo>
                    <a:pt x="101727" y="317628"/>
                  </a:lnTo>
                  <a:cubicBezTo>
                    <a:pt x="91694" y="313437"/>
                    <a:pt x="82169" y="308357"/>
                    <a:pt x="73152" y="302388"/>
                  </a:cubicBezTo>
                  <a:cubicBezTo>
                    <a:pt x="64135" y="296419"/>
                    <a:pt x="55753" y="289561"/>
                    <a:pt x="48133" y="281814"/>
                  </a:cubicBezTo>
                  <a:cubicBezTo>
                    <a:pt x="40513" y="274194"/>
                    <a:pt x="33655" y="265812"/>
                    <a:pt x="27559" y="256795"/>
                  </a:cubicBezTo>
                  <a:lnTo>
                    <a:pt x="34544" y="252096"/>
                  </a:lnTo>
                  <a:lnTo>
                    <a:pt x="27559" y="256795"/>
                  </a:lnTo>
                  <a:cubicBezTo>
                    <a:pt x="21590" y="247778"/>
                    <a:pt x="16510" y="238253"/>
                    <a:pt x="12319" y="228220"/>
                  </a:cubicBezTo>
                  <a:lnTo>
                    <a:pt x="20066" y="225045"/>
                  </a:lnTo>
                  <a:lnTo>
                    <a:pt x="12319" y="228220"/>
                  </a:lnTo>
                  <a:cubicBezTo>
                    <a:pt x="8128" y="218187"/>
                    <a:pt x="5080" y="207900"/>
                    <a:pt x="2921" y="197232"/>
                  </a:cubicBezTo>
                  <a:lnTo>
                    <a:pt x="11049" y="195581"/>
                  </a:lnTo>
                  <a:lnTo>
                    <a:pt x="2921" y="197232"/>
                  </a:lnTo>
                  <a:cubicBezTo>
                    <a:pt x="1016" y="186691"/>
                    <a:pt x="0" y="175896"/>
                    <a:pt x="0" y="165101"/>
                  </a:cubicBezTo>
                  <a:lnTo>
                    <a:pt x="8382" y="165101"/>
                  </a:lnTo>
                  <a:lnTo>
                    <a:pt x="0" y="165101"/>
                  </a:lnTo>
                  <a:cubicBezTo>
                    <a:pt x="0" y="154306"/>
                    <a:pt x="1016" y="143510"/>
                    <a:pt x="3175" y="132969"/>
                  </a:cubicBezTo>
                  <a:lnTo>
                    <a:pt x="11303" y="134620"/>
                  </a:lnTo>
                  <a:lnTo>
                    <a:pt x="3175" y="132969"/>
                  </a:lnTo>
                  <a:cubicBezTo>
                    <a:pt x="5334" y="122301"/>
                    <a:pt x="8382" y="112014"/>
                    <a:pt x="12573" y="101981"/>
                  </a:cubicBezTo>
                  <a:lnTo>
                    <a:pt x="20320" y="105156"/>
                  </a:lnTo>
                  <a:lnTo>
                    <a:pt x="12573" y="101981"/>
                  </a:lnTo>
                  <a:cubicBezTo>
                    <a:pt x="16764" y="91948"/>
                    <a:pt x="21844" y="82423"/>
                    <a:pt x="27813" y="73406"/>
                  </a:cubicBezTo>
                  <a:lnTo>
                    <a:pt x="34798" y="78105"/>
                  </a:lnTo>
                  <a:lnTo>
                    <a:pt x="27813" y="73406"/>
                  </a:lnTo>
                  <a:cubicBezTo>
                    <a:pt x="33782" y="64389"/>
                    <a:pt x="40640" y="56134"/>
                    <a:pt x="48260" y="48387"/>
                  </a:cubicBezTo>
                  <a:cubicBezTo>
                    <a:pt x="55880" y="40767"/>
                    <a:pt x="64262" y="33909"/>
                    <a:pt x="73279" y="27813"/>
                  </a:cubicBezTo>
                  <a:lnTo>
                    <a:pt x="77978" y="34798"/>
                  </a:lnTo>
                  <a:lnTo>
                    <a:pt x="73279" y="27813"/>
                  </a:lnTo>
                  <a:cubicBezTo>
                    <a:pt x="82296" y="21844"/>
                    <a:pt x="91821" y="16764"/>
                    <a:pt x="101854" y="12573"/>
                  </a:cubicBezTo>
                  <a:lnTo>
                    <a:pt x="105029" y="20320"/>
                  </a:lnTo>
                  <a:lnTo>
                    <a:pt x="101854" y="12573"/>
                  </a:lnTo>
                  <a:cubicBezTo>
                    <a:pt x="111887" y="8382"/>
                    <a:pt x="122174" y="5334"/>
                    <a:pt x="132842" y="3175"/>
                  </a:cubicBezTo>
                  <a:lnTo>
                    <a:pt x="134493" y="11303"/>
                  </a:lnTo>
                  <a:lnTo>
                    <a:pt x="132842" y="3175"/>
                  </a:lnTo>
                  <a:cubicBezTo>
                    <a:pt x="143510" y="1016"/>
                    <a:pt x="154178" y="0"/>
                    <a:pt x="164973" y="0"/>
                  </a:cubicBezTo>
                  <a:lnTo>
                    <a:pt x="164973" y="8382"/>
                  </a:lnTo>
                  <a:lnTo>
                    <a:pt x="164973" y="127"/>
                  </a:lnTo>
                  <a:cubicBezTo>
                    <a:pt x="175768" y="127"/>
                    <a:pt x="186563" y="1143"/>
                    <a:pt x="197104" y="3302"/>
                  </a:cubicBezTo>
                  <a:lnTo>
                    <a:pt x="195453" y="11430"/>
                  </a:lnTo>
                  <a:lnTo>
                    <a:pt x="197104" y="3302"/>
                  </a:lnTo>
                  <a:cubicBezTo>
                    <a:pt x="207772" y="5461"/>
                    <a:pt x="218059" y="8509"/>
                    <a:pt x="228092" y="12700"/>
                  </a:cubicBezTo>
                  <a:lnTo>
                    <a:pt x="224917" y="20447"/>
                  </a:lnTo>
                  <a:lnTo>
                    <a:pt x="228092" y="12700"/>
                  </a:lnTo>
                  <a:cubicBezTo>
                    <a:pt x="238125" y="16891"/>
                    <a:pt x="247650" y="21971"/>
                    <a:pt x="256667" y="27940"/>
                  </a:cubicBezTo>
                  <a:lnTo>
                    <a:pt x="251968" y="34925"/>
                  </a:lnTo>
                  <a:lnTo>
                    <a:pt x="256667" y="27940"/>
                  </a:lnTo>
                  <a:cubicBezTo>
                    <a:pt x="265684" y="33909"/>
                    <a:pt x="274066" y="40767"/>
                    <a:pt x="281686" y="48514"/>
                  </a:cubicBezTo>
                  <a:cubicBezTo>
                    <a:pt x="289306" y="56134"/>
                    <a:pt x="296164" y="64516"/>
                    <a:pt x="302260" y="73533"/>
                  </a:cubicBezTo>
                  <a:lnTo>
                    <a:pt x="295275" y="78232"/>
                  </a:lnTo>
                  <a:lnTo>
                    <a:pt x="302260" y="73533"/>
                  </a:lnTo>
                  <a:cubicBezTo>
                    <a:pt x="308229" y="82550"/>
                    <a:pt x="313309" y="92075"/>
                    <a:pt x="317500" y="102108"/>
                  </a:cubicBezTo>
                  <a:lnTo>
                    <a:pt x="309753" y="105283"/>
                  </a:lnTo>
                  <a:lnTo>
                    <a:pt x="317500" y="102108"/>
                  </a:lnTo>
                  <a:cubicBezTo>
                    <a:pt x="321691" y="112141"/>
                    <a:pt x="324739" y="122428"/>
                    <a:pt x="326898" y="133096"/>
                  </a:cubicBezTo>
                  <a:lnTo>
                    <a:pt x="318770" y="134747"/>
                  </a:lnTo>
                  <a:lnTo>
                    <a:pt x="326898" y="133096"/>
                  </a:lnTo>
                  <a:cubicBezTo>
                    <a:pt x="329057" y="143765"/>
                    <a:pt x="330073" y="154433"/>
                    <a:pt x="330073" y="165228"/>
                  </a:cubicBezTo>
                  <a:lnTo>
                    <a:pt x="321691" y="165228"/>
                  </a:lnTo>
                  <a:lnTo>
                    <a:pt x="330073" y="165228"/>
                  </a:lnTo>
                  <a:moveTo>
                    <a:pt x="313436" y="165228"/>
                  </a:moveTo>
                  <a:cubicBezTo>
                    <a:pt x="313436" y="155449"/>
                    <a:pt x="312547" y="145796"/>
                    <a:pt x="310642" y="136271"/>
                  </a:cubicBezTo>
                  <a:cubicBezTo>
                    <a:pt x="308737" y="126746"/>
                    <a:pt x="305943" y="117475"/>
                    <a:pt x="302260" y="108458"/>
                  </a:cubicBezTo>
                  <a:cubicBezTo>
                    <a:pt x="298577" y="99441"/>
                    <a:pt x="294005" y="90932"/>
                    <a:pt x="288544" y="82804"/>
                  </a:cubicBezTo>
                  <a:cubicBezTo>
                    <a:pt x="283083" y="74676"/>
                    <a:pt x="276987" y="67183"/>
                    <a:pt x="270129" y="60325"/>
                  </a:cubicBezTo>
                  <a:lnTo>
                    <a:pt x="275971" y="54483"/>
                  </a:lnTo>
                  <a:lnTo>
                    <a:pt x="270129" y="60325"/>
                  </a:lnTo>
                  <a:cubicBezTo>
                    <a:pt x="263271" y="53467"/>
                    <a:pt x="255778" y="47244"/>
                    <a:pt x="247650" y="41910"/>
                  </a:cubicBezTo>
                  <a:cubicBezTo>
                    <a:pt x="239522" y="36449"/>
                    <a:pt x="231013" y="31877"/>
                    <a:pt x="221996" y="28194"/>
                  </a:cubicBezTo>
                  <a:cubicBezTo>
                    <a:pt x="212979" y="24511"/>
                    <a:pt x="203708" y="21717"/>
                    <a:pt x="194183" y="19812"/>
                  </a:cubicBezTo>
                  <a:cubicBezTo>
                    <a:pt x="184658" y="17907"/>
                    <a:pt x="175006" y="17018"/>
                    <a:pt x="165227" y="17018"/>
                  </a:cubicBezTo>
                  <a:cubicBezTo>
                    <a:pt x="155448" y="17018"/>
                    <a:pt x="145796" y="17907"/>
                    <a:pt x="136271" y="19812"/>
                  </a:cubicBezTo>
                  <a:cubicBezTo>
                    <a:pt x="126746" y="21717"/>
                    <a:pt x="117475" y="24511"/>
                    <a:pt x="108458" y="28194"/>
                  </a:cubicBezTo>
                  <a:cubicBezTo>
                    <a:pt x="99441" y="31877"/>
                    <a:pt x="90932" y="36449"/>
                    <a:pt x="82804" y="41910"/>
                  </a:cubicBezTo>
                  <a:cubicBezTo>
                    <a:pt x="74676" y="47371"/>
                    <a:pt x="67183" y="53467"/>
                    <a:pt x="60325" y="60325"/>
                  </a:cubicBezTo>
                  <a:lnTo>
                    <a:pt x="54483" y="54483"/>
                  </a:lnTo>
                  <a:lnTo>
                    <a:pt x="60325" y="60325"/>
                  </a:lnTo>
                  <a:cubicBezTo>
                    <a:pt x="53467" y="67183"/>
                    <a:pt x="47244" y="74676"/>
                    <a:pt x="41910" y="82804"/>
                  </a:cubicBezTo>
                  <a:cubicBezTo>
                    <a:pt x="36449" y="90932"/>
                    <a:pt x="31877" y="99441"/>
                    <a:pt x="28194" y="108458"/>
                  </a:cubicBezTo>
                  <a:cubicBezTo>
                    <a:pt x="24511" y="117475"/>
                    <a:pt x="21717" y="126746"/>
                    <a:pt x="19812" y="136271"/>
                  </a:cubicBezTo>
                  <a:cubicBezTo>
                    <a:pt x="17907" y="145796"/>
                    <a:pt x="17018" y="155449"/>
                    <a:pt x="17018" y="165228"/>
                  </a:cubicBezTo>
                  <a:cubicBezTo>
                    <a:pt x="17018" y="175007"/>
                    <a:pt x="17907" y="184659"/>
                    <a:pt x="19812" y="194184"/>
                  </a:cubicBezTo>
                  <a:cubicBezTo>
                    <a:pt x="21717" y="203709"/>
                    <a:pt x="24511" y="212980"/>
                    <a:pt x="28194" y="221997"/>
                  </a:cubicBezTo>
                  <a:cubicBezTo>
                    <a:pt x="31877" y="231014"/>
                    <a:pt x="36449" y="239523"/>
                    <a:pt x="41910" y="247651"/>
                  </a:cubicBezTo>
                  <a:cubicBezTo>
                    <a:pt x="47371" y="255779"/>
                    <a:pt x="53467" y="263272"/>
                    <a:pt x="60325" y="270130"/>
                  </a:cubicBezTo>
                  <a:lnTo>
                    <a:pt x="54483" y="275972"/>
                  </a:lnTo>
                  <a:lnTo>
                    <a:pt x="60325" y="270130"/>
                  </a:lnTo>
                  <a:cubicBezTo>
                    <a:pt x="67183" y="276988"/>
                    <a:pt x="74676" y="283211"/>
                    <a:pt x="82804" y="288545"/>
                  </a:cubicBezTo>
                  <a:lnTo>
                    <a:pt x="78105" y="295530"/>
                  </a:lnTo>
                  <a:lnTo>
                    <a:pt x="82804" y="288545"/>
                  </a:lnTo>
                  <a:cubicBezTo>
                    <a:pt x="90932" y="294006"/>
                    <a:pt x="99441" y="298578"/>
                    <a:pt x="108458" y="302261"/>
                  </a:cubicBezTo>
                  <a:cubicBezTo>
                    <a:pt x="117475" y="305944"/>
                    <a:pt x="126746" y="308738"/>
                    <a:pt x="136271" y="310643"/>
                  </a:cubicBezTo>
                  <a:cubicBezTo>
                    <a:pt x="145796" y="312548"/>
                    <a:pt x="155448" y="313437"/>
                    <a:pt x="165227" y="313437"/>
                  </a:cubicBezTo>
                  <a:cubicBezTo>
                    <a:pt x="175006" y="313437"/>
                    <a:pt x="184658" y="312548"/>
                    <a:pt x="194183" y="310643"/>
                  </a:cubicBezTo>
                  <a:cubicBezTo>
                    <a:pt x="203708" y="308738"/>
                    <a:pt x="212979" y="305944"/>
                    <a:pt x="221996" y="302261"/>
                  </a:cubicBezTo>
                  <a:cubicBezTo>
                    <a:pt x="231013" y="298578"/>
                    <a:pt x="239522" y="294006"/>
                    <a:pt x="247650" y="288545"/>
                  </a:cubicBezTo>
                  <a:lnTo>
                    <a:pt x="252349" y="295530"/>
                  </a:lnTo>
                  <a:lnTo>
                    <a:pt x="247650" y="288545"/>
                  </a:lnTo>
                  <a:cubicBezTo>
                    <a:pt x="255778" y="283084"/>
                    <a:pt x="263271" y="276988"/>
                    <a:pt x="270129" y="270130"/>
                  </a:cubicBezTo>
                  <a:lnTo>
                    <a:pt x="275971" y="275972"/>
                  </a:lnTo>
                  <a:lnTo>
                    <a:pt x="270129" y="270130"/>
                  </a:lnTo>
                  <a:cubicBezTo>
                    <a:pt x="276987" y="263272"/>
                    <a:pt x="283210" y="255779"/>
                    <a:pt x="288544" y="247651"/>
                  </a:cubicBezTo>
                  <a:cubicBezTo>
                    <a:pt x="293878" y="239523"/>
                    <a:pt x="298577" y="231014"/>
                    <a:pt x="302260" y="221997"/>
                  </a:cubicBezTo>
                  <a:cubicBezTo>
                    <a:pt x="305943" y="212980"/>
                    <a:pt x="308737" y="203709"/>
                    <a:pt x="310642" y="194184"/>
                  </a:cubicBezTo>
                  <a:cubicBezTo>
                    <a:pt x="312547" y="184659"/>
                    <a:pt x="313436" y="175007"/>
                    <a:pt x="313436" y="16522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28105" y="334455"/>
              <a:ext cx="124206" cy="123825"/>
            </a:xfrm>
            <a:custGeom>
              <a:avLst/>
              <a:gdLst/>
              <a:ahLst/>
              <a:cxnLst/>
              <a:rect r="r" b="b" t="t" l="l"/>
              <a:pathLst>
                <a:path h="123825" w="124206">
                  <a:moveTo>
                    <a:pt x="109918" y="121349"/>
                  </a:moveTo>
                  <a:lnTo>
                    <a:pt x="2476" y="14288"/>
                  </a:lnTo>
                  <a:cubicBezTo>
                    <a:pt x="-826" y="10986"/>
                    <a:pt x="-826" y="5779"/>
                    <a:pt x="2476" y="2477"/>
                  </a:cubicBezTo>
                  <a:cubicBezTo>
                    <a:pt x="5778" y="-825"/>
                    <a:pt x="10985" y="-825"/>
                    <a:pt x="14287" y="2477"/>
                  </a:cubicBezTo>
                  <a:lnTo>
                    <a:pt x="121729" y="109538"/>
                  </a:lnTo>
                  <a:cubicBezTo>
                    <a:pt x="125031" y="112840"/>
                    <a:pt x="125031" y="118047"/>
                    <a:pt x="121729" y="121349"/>
                  </a:cubicBezTo>
                  <a:cubicBezTo>
                    <a:pt x="118427" y="124651"/>
                    <a:pt x="113220" y="124651"/>
                    <a:pt x="109918" y="12134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42541" y="5147824"/>
            <a:ext cx="393598" cy="584444"/>
            <a:chOff x="0" y="0"/>
            <a:chExt cx="351396" cy="5217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7278" y="63484"/>
              <a:ext cx="155199" cy="98952"/>
            </a:xfrm>
            <a:custGeom>
              <a:avLst/>
              <a:gdLst/>
              <a:ahLst/>
              <a:cxnLst/>
              <a:rect r="r" b="b" t="t" l="l"/>
              <a:pathLst>
                <a:path h="98952" w="155199">
                  <a:moveTo>
                    <a:pt x="138941" y="66184"/>
                  </a:moveTo>
                  <a:cubicBezTo>
                    <a:pt x="137544" y="60469"/>
                    <a:pt x="135258" y="54119"/>
                    <a:pt x="132464" y="48150"/>
                  </a:cubicBezTo>
                  <a:lnTo>
                    <a:pt x="139957" y="44594"/>
                  </a:lnTo>
                  <a:lnTo>
                    <a:pt x="132845" y="48912"/>
                  </a:lnTo>
                  <a:cubicBezTo>
                    <a:pt x="129924" y="44086"/>
                    <a:pt x="126114" y="38879"/>
                    <a:pt x="121669" y="34053"/>
                  </a:cubicBezTo>
                  <a:lnTo>
                    <a:pt x="127892" y="28464"/>
                  </a:lnTo>
                  <a:lnTo>
                    <a:pt x="122304" y="34688"/>
                  </a:lnTo>
                  <a:cubicBezTo>
                    <a:pt x="118113" y="30878"/>
                    <a:pt x="112525" y="26686"/>
                    <a:pt x="107191" y="23511"/>
                  </a:cubicBezTo>
                  <a:lnTo>
                    <a:pt x="111509" y="16272"/>
                  </a:lnTo>
                  <a:lnTo>
                    <a:pt x="107953" y="23892"/>
                  </a:lnTo>
                  <a:cubicBezTo>
                    <a:pt x="102365" y="21225"/>
                    <a:pt x="96269" y="19066"/>
                    <a:pt x="90935" y="17796"/>
                  </a:cubicBezTo>
                  <a:lnTo>
                    <a:pt x="92967" y="9668"/>
                  </a:lnTo>
                  <a:lnTo>
                    <a:pt x="91697" y="17923"/>
                  </a:lnTo>
                  <a:cubicBezTo>
                    <a:pt x="85474" y="17034"/>
                    <a:pt x="78870" y="16653"/>
                    <a:pt x="71377" y="17034"/>
                  </a:cubicBezTo>
                  <a:lnTo>
                    <a:pt x="70996" y="8652"/>
                  </a:lnTo>
                  <a:lnTo>
                    <a:pt x="72139" y="16907"/>
                  </a:lnTo>
                  <a:cubicBezTo>
                    <a:pt x="66551" y="17669"/>
                    <a:pt x="60836" y="19066"/>
                    <a:pt x="55248" y="20971"/>
                  </a:cubicBezTo>
                  <a:lnTo>
                    <a:pt x="52581" y="13097"/>
                  </a:lnTo>
                  <a:lnTo>
                    <a:pt x="56010" y="20717"/>
                  </a:lnTo>
                  <a:cubicBezTo>
                    <a:pt x="50295" y="23257"/>
                    <a:pt x="44580" y="26559"/>
                    <a:pt x="38992" y="30750"/>
                  </a:cubicBezTo>
                  <a:lnTo>
                    <a:pt x="34039" y="24019"/>
                  </a:lnTo>
                  <a:lnTo>
                    <a:pt x="39627" y="30242"/>
                  </a:lnTo>
                  <a:cubicBezTo>
                    <a:pt x="35436" y="33926"/>
                    <a:pt x="31626" y="37990"/>
                    <a:pt x="27054" y="43959"/>
                  </a:cubicBezTo>
                  <a:lnTo>
                    <a:pt x="20450" y="38879"/>
                  </a:lnTo>
                  <a:lnTo>
                    <a:pt x="27562" y="43324"/>
                  </a:lnTo>
                  <a:cubicBezTo>
                    <a:pt x="25022" y="47515"/>
                    <a:pt x="22101" y="53103"/>
                    <a:pt x="19942" y="58818"/>
                  </a:cubicBezTo>
                  <a:lnTo>
                    <a:pt x="11942" y="55643"/>
                  </a:lnTo>
                  <a:lnTo>
                    <a:pt x="19942" y="57929"/>
                  </a:lnTo>
                  <a:cubicBezTo>
                    <a:pt x="18291" y="63644"/>
                    <a:pt x="17275" y="69359"/>
                    <a:pt x="16894" y="73423"/>
                  </a:cubicBezTo>
                  <a:lnTo>
                    <a:pt x="8513" y="72534"/>
                  </a:lnTo>
                  <a:lnTo>
                    <a:pt x="16894" y="72661"/>
                  </a:lnTo>
                  <a:lnTo>
                    <a:pt x="16767" y="90695"/>
                  </a:lnTo>
                  <a:cubicBezTo>
                    <a:pt x="16767" y="95267"/>
                    <a:pt x="12957" y="99077"/>
                    <a:pt x="8259" y="98950"/>
                  </a:cubicBezTo>
                  <a:cubicBezTo>
                    <a:pt x="3560" y="98823"/>
                    <a:pt x="-123" y="95140"/>
                    <a:pt x="4" y="90441"/>
                  </a:cubicBezTo>
                  <a:lnTo>
                    <a:pt x="131" y="72407"/>
                  </a:lnTo>
                  <a:cubicBezTo>
                    <a:pt x="131" y="72153"/>
                    <a:pt x="131" y="71899"/>
                    <a:pt x="131" y="71645"/>
                  </a:cubicBezTo>
                  <a:cubicBezTo>
                    <a:pt x="639" y="66565"/>
                    <a:pt x="1909" y="59834"/>
                    <a:pt x="3814" y="53230"/>
                  </a:cubicBezTo>
                  <a:cubicBezTo>
                    <a:pt x="3941" y="52976"/>
                    <a:pt x="3941" y="52722"/>
                    <a:pt x="4068" y="52468"/>
                  </a:cubicBezTo>
                  <a:cubicBezTo>
                    <a:pt x="6608" y="45864"/>
                    <a:pt x="9910" y="39260"/>
                    <a:pt x="13084" y="34180"/>
                  </a:cubicBezTo>
                  <a:cubicBezTo>
                    <a:pt x="13212" y="33926"/>
                    <a:pt x="13338" y="33799"/>
                    <a:pt x="13592" y="33545"/>
                  </a:cubicBezTo>
                  <a:cubicBezTo>
                    <a:pt x="18672" y="26813"/>
                    <a:pt x="23371" y="21987"/>
                    <a:pt x="28324" y="17542"/>
                  </a:cubicBezTo>
                  <a:cubicBezTo>
                    <a:pt x="28578" y="17415"/>
                    <a:pt x="28705" y="17161"/>
                    <a:pt x="28959" y="17034"/>
                  </a:cubicBezTo>
                  <a:cubicBezTo>
                    <a:pt x="35563" y="12208"/>
                    <a:pt x="42167" y="8398"/>
                    <a:pt x="49025" y="5350"/>
                  </a:cubicBezTo>
                  <a:cubicBezTo>
                    <a:pt x="49279" y="5223"/>
                    <a:pt x="49533" y="5096"/>
                    <a:pt x="49787" y="5096"/>
                  </a:cubicBezTo>
                  <a:cubicBezTo>
                    <a:pt x="56391" y="2810"/>
                    <a:pt x="63122" y="1286"/>
                    <a:pt x="69726" y="270"/>
                  </a:cubicBezTo>
                  <a:cubicBezTo>
                    <a:pt x="69980" y="270"/>
                    <a:pt x="70234" y="270"/>
                    <a:pt x="70488" y="143"/>
                  </a:cubicBezTo>
                  <a:cubicBezTo>
                    <a:pt x="78870" y="-238"/>
                    <a:pt x="86490" y="143"/>
                    <a:pt x="93983" y="1286"/>
                  </a:cubicBezTo>
                  <a:cubicBezTo>
                    <a:pt x="94237" y="1286"/>
                    <a:pt x="94491" y="1413"/>
                    <a:pt x="94745" y="1413"/>
                  </a:cubicBezTo>
                  <a:cubicBezTo>
                    <a:pt x="101095" y="3064"/>
                    <a:pt x="108207" y="5604"/>
                    <a:pt x="114811" y="8652"/>
                  </a:cubicBezTo>
                  <a:cubicBezTo>
                    <a:pt x="115065" y="8779"/>
                    <a:pt x="115319" y="8906"/>
                    <a:pt x="115573" y="9033"/>
                  </a:cubicBezTo>
                  <a:cubicBezTo>
                    <a:pt x="121923" y="12843"/>
                    <a:pt x="128273" y="17542"/>
                    <a:pt x="133353" y="22241"/>
                  </a:cubicBezTo>
                  <a:cubicBezTo>
                    <a:pt x="133607" y="22368"/>
                    <a:pt x="133734" y="22622"/>
                    <a:pt x="133861" y="22749"/>
                  </a:cubicBezTo>
                  <a:cubicBezTo>
                    <a:pt x="139068" y="28464"/>
                    <a:pt x="143513" y="34434"/>
                    <a:pt x="146942" y="40149"/>
                  </a:cubicBezTo>
                  <a:cubicBezTo>
                    <a:pt x="147069" y="40403"/>
                    <a:pt x="147196" y="40657"/>
                    <a:pt x="147323" y="40911"/>
                  </a:cubicBezTo>
                  <a:cubicBezTo>
                    <a:pt x="150625" y="47896"/>
                    <a:pt x="153292" y="55389"/>
                    <a:pt x="154943" y="62247"/>
                  </a:cubicBezTo>
                  <a:cubicBezTo>
                    <a:pt x="156086" y="66692"/>
                    <a:pt x="153292" y="71264"/>
                    <a:pt x="148847" y="72407"/>
                  </a:cubicBezTo>
                  <a:cubicBezTo>
                    <a:pt x="144402" y="73550"/>
                    <a:pt x="139830" y="70756"/>
                    <a:pt x="138687" y="6631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770" y="233123"/>
              <a:ext cx="218680" cy="115494"/>
            </a:xfrm>
            <a:custGeom>
              <a:avLst/>
              <a:gdLst/>
              <a:ahLst/>
              <a:cxnLst/>
              <a:rect r="r" b="b" t="t" l="l"/>
              <a:pathLst>
                <a:path h="115494" w="218680">
                  <a:moveTo>
                    <a:pt x="16447" y="33324"/>
                  </a:moveTo>
                  <a:cubicBezTo>
                    <a:pt x="19622" y="41579"/>
                    <a:pt x="23305" y="48945"/>
                    <a:pt x="28258" y="57074"/>
                  </a:cubicBezTo>
                  <a:lnTo>
                    <a:pt x="21146" y="61392"/>
                  </a:lnTo>
                  <a:lnTo>
                    <a:pt x="27877" y="56439"/>
                  </a:lnTo>
                  <a:cubicBezTo>
                    <a:pt x="32576" y="62916"/>
                    <a:pt x="37656" y="68885"/>
                    <a:pt x="43624" y="74727"/>
                  </a:cubicBezTo>
                  <a:lnTo>
                    <a:pt x="37783" y="80696"/>
                  </a:lnTo>
                  <a:lnTo>
                    <a:pt x="43116" y="74219"/>
                  </a:lnTo>
                  <a:cubicBezTo>
                    <a:pt x="49720" y="79553"/>
                    <a:pt x="56197" y="84125"/>
                    <a:pt x="63817" y="88316"/>
                  </a:cubicBezTo>
                  <a:lnTo>
                    <a:pt x="59753" y="95555"/>
                  </a:lnTo>
                  <a:lnTo>
                    <a:pt x="63182" y="87935"/>
                  </a:lnTo>
                  <a:cubicBezTo>
                    <a:pt x="71183" y="91491"/>
                    <a:pt x="79184" y="94285"/>
                    <a:pt x="88074" y="96698"/>
                  </a:cubicBezTo>
                  <a:lnTo>
                    <a:pt x="85915" y="104826"/>
                  </a:lnTo>
                  <a:lnTo>
                    <a:pt x="87312" y="96571"/>
                  </a:lnTo>
                  <a:cubicBezTo>
                    <a:pt x="94551" y="97841"/>
                    <a:pt x="101917" y="98476"/>
                    <a:pt x="110680" y="98603"/>
                  </a:cubicBezTo>
                  <a:lnTo>
                    <a:pt x="110553" y="106985"/>
                  </a:lnTo>
                  <a:lnTo>
                    <a:pt x="109918" y="98603"/>
                  </a:lnTo>
                  <a:cubicBezTo>
                    <a:pt x="119824" y="97968"/>
                    <a:pt x="127444" y="96444"/>
                    <a:pt x="135064" y="94285"/>
                  </a:cubicBezTo>
                  <a:lnTo>
                    <a:pt x="137350" y="102286"/>
                  </a:lnTo>
                  <a:lnTo>
                    <a:pt x="134429" y="94412"/>
                  </a:lnTo>
                  <a:cubicBezTo>
                    <a:pt x="142557" y="91364"/>
                    <a:pt x="151447" y="87173"/>
                    <a:pt x="158940" y="82601"/>
                  </a:cubicBezTo>
                  <a:lnTo>
                    <a:pt x="163258" y="89840"/>
                  </a:lnTo>
                  <a:lnTo>
                    <a:pt x="158305" y="83109"/>
                  </a:lnTo>
                  <a:cubicBezTo>
                    <a:pt x="164782" y="78410"/>
                    <a:pt x="171640" y="72441"/>
                    <a:pt x="177609" y="66599"/>
                  </a:cubicBezTo>
                  <a:lnTo>
                    <a:pt x="183578" y="72441"/>
                  </a:lnTo>
                  <a:lnTo>
                    <a:pt x="177101" y="67107"/>
                  </a:lnTo>
                  <a:cubicBezTo>
                    <a:pt x="182562" y="60503"/>
                    <a:pt x="187007" y="53772"/>
                    <a:pt x="191452" y="46151"/>
                  </a:cubicBezTo>
                  <a:lnTo>
                    <a:pt x="198691" y="50342"/>
                  </a:lnTo>
                  <a:lnTo>
                    <a:pt x="191071" y="46786"/>
                  </a:lnTo>
                  <a:cubicBezTo>
                    <a:pt x="194881" y="38785"/>
                    <a:pt x="197548" y="31419"/>
                    <a:pt x="199834" y="23164"/>
                  </a:cubicBezTo>
                  <a:lnTo>
                    <a:pt x="207962" y="25450"/>
                  </a:lnTo>
                  <a:lnTo>
                    <a:pt x="199707" y="23926"/>
                  </a:lnTo>
                  <a:cubicBezTo>
                    <a:pt x="200723" y="18465"/>
                    <a:pt x="201485" y="13004"/>
                    <a:pt x="201993" y="7543"/>
                  </a:cubicBezTo>
                  <a:cubicBezTo>
                    <a:pt x="202374" y="2971"/>
                    <a:pt x="206565" y="-458"/>
                    <a:pt x="211137" y="50"/>
                  </a:cubicBezTo>
                  <a:cubicBezTo>
                    <a:pt x="215709" y="558"/>
                    <a:pt x="219138" y="4622"/>
                    <a:pt x="218630" y="9194"/>
                  </a:cubicBezTo>
                  <a:cubicBezTo>
                    <a:pt x="217995" y="15163"/>
                    <a:pt x="217233" y="21132"/>
                    <a:pt x="216090" y="26974"/>
                  </a:cubicBezTo>
                  <a:cubicBezTo>
                    <a:pt x="216090" y="27228"/>
                    <a:pt x="215963" y="27482"/>
                    <a:pt x="215963" y="27736"/>
                  </a:cubicBezTo>
                  <a:cubicBezTo>
                    <a:pt x="213423" y="36880"/>
                    <a:pt x="210375" y="45135"/>
                    <a:pt x="206184" y="54026"/>
                  </a:cubicBezTo>
                  <a:cubicBezTo>
                    <a:pt x="206057" y="54279"/>
                    <a:pt x="205930" y="54406"/>
                    <a:pt x="205803" y="54660"/>
                  </a:cubicBezTo>
                  <a:cubicBezTo>
                    <a:pt x="200977" y="63043"/>
                    <a:pt x="195897" y="70409"/>
                    <a:pt x="189928" y="77775"/>
                  </a:cubicBezTo>
                  <a:cubicBezTo>
                    <a:pt x="189801" y="78029"/>
                    <a:pt x="189547" y="78156"/>
                    <a:pt x="189420" y="78410"/>
                  </a:cubicBezTo>
                  <a:cubicBezTo>
                    <a:pt x="182943" y="85014"/>
                    <a:pt x="175196" y="91618"/>
                    <a:pt x="168084" y="96825"/>
                  </a:cubicBezTo>
                  <a:cubicBezTo>
                    <a:pt x="167830" y="96952"/>
                    <a:pt x="167703" y="97079"/>
                    <a:pt x="167449" y="97206"/>
                  </a:cubicBezTo>
                  <a:cubicBezTo>
                    <a:pt x="158940" y="102286"/>
                    <a:pt x="149288" y="106858"/>
                    <a:pt x="140271" y="110287"/>
                  </a:cubicBezTo>
                  <a:cubicBezTo>
                    <a:pt x="140017" y="110414"/>
                    <a:pt x="139890" y="110414"/>
                    <a:pt x="139636" y="110541"/>
                  </a:cubicBezTo>
                  <a:cubicBezTo>
                    <a:pt x="130873" y="113081"/>
                    <a:pt x="122110" y="114732"/>
                    <a:pt x="111061" y="115494"/>
                  </a:cubicBezTo>
                  <a:cubicBezTo>
                    <a:pt x="110807" y="115494"/>
                    <a:pt x="110553" y="115494"/>
                    <a:pt x="110299" y="115494"/>
                  </a:cubicBezTo>
                  <a:cubicBezTo>
                    <a:pt x="100901" y="115367"/>
                    <a:pt x="92646" y="114732"/>
                    <a:pt x="84391" y="113335"/>
                  </a:cubicBezTo>
                  <a:cubicBezTo>
                    <a:pt x="84137" y="113335"/>
                    <a:pt x="84010" y="113208"/>
                    <a:pt x="83756" y="113208"/>
                  </a:cubicBezTo>
                  <a:cubicBezTo>
                    <a:pt x="73977" y="110668"/>
                    <a:pt x="65087" y="107620"/>
                    <a:pt x="56070" y="103556"/>
                  </a:cubicBezTo>
                  <a:cubicBezTo>
                    <a:pt x="55816" y="103429"/>
                    <a:pt x="55562" y="103302"/>
                    <a:pt x="55435" y="103175"/>
                  </a:cubicBezTo>
                  <a:cubicBezTo>
                    <a:pt x="47053" y="98476"/>
                    <a:pt x="39688" y="93396"/>
                    <a:pt x="32322" y="87427"/>
                  </a:cubicBezTo>
                  <a:cubicBezTo>
                    <a:pt x="32195" y="87300"/>
                    <a:pt x="31941" y="87173"/>
                    <a:pt x="31814" y="86919"/>
                  </a:cubicBezTo>
                  <a:cubicBezTo>
                    <a:pt x="25210" y="80442"/>
                    <a:pt x="19368" y="73711"/>
                    <a:pt x="14034" y="66472"/>
                  </a:cubicBezTo>
                  <a:cubicBezTo>
                    <a:pt x="13907" y="66345"/>
                    <a:pt x="13780" y="66091"/>
                    <a:pt x="13653" y="65837"/>
                  </a:cubicBezTo>
                  <a:cubicBezTo>
                    <a:pt x="8192" y="56820"/>
                    <a:pt x="4128" y="48691"/>
                    <a:pt x="572" y="39547"/>
                  </a:cubicBezTo>
                  <a:cubicBezTo>
                    <a:pt x="-1079" y="35229"/>
                    <a:pt x="953" y="30403"/>
                    <a:pt x="5271" y="28752"/>
                  </a:cubicBezTo>
                  <a:cubicBezTo>
                    <a:pt x="9589" y="27101"/>
                    <a:pt x="14415" y="29133"/>
                    <a:pt x="16066" y="3345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1144" y="195454"/>
              <a:ext cx="16764" cy="30988"/>
            </a:xfrm>
            <a:custGeom>
              <a:avLst/>
              <a:gdLst/>
              <a:ahLst/>
              <a:cxnLst/>
              <a:rect r="r" b="b" t="t" l="l"/>
              <a:pathLst>
                <a:path h="30988" w="16764">
                  <a:moveTo>
                    <a:pt x="0" y="22606"/>
                  </a:moveTo>
                  <a:lnTo>
                    <a:pt x="0" y="8382"/>
                  </a:lnTo>
                  <a:cubicBezTo>
                    <a:pt x="0" y="3810"/>
                    <a:pt x="3810" y="0"/>
                    <a:pt x="8382" y="0"/>
                  </a:cubicBezTo>
                  <a:cubicBezTo>
                    <a:pt x="12954" y="0"/>
                    <a:pt x="16764" y="3810"/>
                    <a:pt x="16764" y="8382"/>
                  </a:cubicBezTo>
                  <a:lnTo>
                    <a:pt x="16764" y="22606"/>
                  </a:lnTo>
                  <a:cubicBezTo>
                    <a:pt x="16764" y="27178"/>
                    <a:pt x="12954" y="30988"/>
                    <a:pt x="8382" y="30988"/>
                  </a:cubicBezTo>
                  <a:cubicBezTo>
                    <a:pt x="3810" y="30988"/>
                    <a:pt x="0" y="27178"/>
                    <a:pt x="0" y="2260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7409" y="142368"/>
              <a:ext cx="156717" cy="16764"/>
            </a:xfrm>
            <a:custGeom>
              <a:avLst/>
              <a:gdLst/>
              <a:ahLst/>
              <a:cxnLst/>
              <a:rect r="r" b="b" t="t" l="l"/>
              <a:pathLst>
                <a:path h="16764" w="156717">
                  <a:moveTo>
                    <a:pt x="148335" y="16764"/>
                  </a:moveTo>
                  <a:lnTo>
                    <a:pt x="8382" y="16764"/>
                  </a:lnTo>
                  <a:cubicBezTo>
                    <a:pt x="3810" y="16764"/>
                    <a:pt x="0" y="12954"/>
                    <a:pt x="0" y="8382"/>
                  </a:cubicBezTo>
                  <a:cubicBezTo>
                    <a:pt x="0" y="3810"/>
                    <a:pt x="3810" y="0"/>
                    <a:pt x="8382" y="0"/>
                  </a:cubicBezTo>
                  <a:lnTo>
                    <a:pt x="148335" y="0"/>
                  </a:lnTo>
                  <a:cubicBezTo>
                    <a:pt x="152907" y="0"/>
                    <a:pt x="156717" y="3810"/>
                    <a:pt x="156717" y="8382"/>
                  </a:cubicBezTo>
                  <a:cubicBezTo>
                    <a:pt x="156717" y="12954"/>
                    <a:pt x="152907" y="16764"/>
                    <a:pt x="148335" y="1676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7278" y="145794"/>
              <a:ext cx="19437" cy="120784"/>
            </a:xfrm>
            <a:custGeom>
              <a:avLst/>
              <a:gdLst/>
              <a:ahLst/>
              <a:cxnLst/>
              <a:rect r="r" b="b" t="t" l="l"/>
              <a:pathLst>
                <a:path h="120784" w="19437">
                  <a:moveTo>
                    <a:pt x="16767" y="8131"/>
                  </a:moveTo>
                  <a:lnTo>
                    <a:pt x="19434" y="112144"/>
                  </a:lnTo>
                  <a:cubicBezTo>
                    <a:pt x="19561" y="116716"/>
                    <a:pt x="15878" y="120653"/>
                    <a:pt x="11306" y="120780"/>
                  </a:cubicBezTo>
                  <a:cubicBezTo>
                    <a:pt x="6735" y="120907"/>
                    <a:pt x="2798" y="117224"/>
                    <a:pt x="2671" y="112652"/>
                  </a:cubicBezTo>
                  <a:lnTo>
                    <a:pt x="4" y="8639"/>
                  </a:lnTo>
                  <a:cubicBezTo>
                    <a:pt x="-123" y="4067"/>
                    <a:pt x="3560" y="130"/>
                    <a:pt x="8132" y="3"/>
                  </a:cubicBezTo>
                  <a:cubicBezTo>
                    <a:pt x="12704" y="-124"/>
                    <a:pt x="16640" y="3559"/>
                    <a:pt x="16767" y="813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70" y="195073"/>
              <a:ext cx="22345" cy="83048"/>
            </a:xfrm>
            <a:custGeom>
              <a:avLst/>
              <a:gdLst/>
              <a:ahLst/>
              <a:cxnLst/>
              <a:rect r="r" b="b" t="t" l="l"/>
              <a:pathLst>
                <a:path h="83048" w="22345">
                  <a:moveTo>
                    <a:pt x="16821" y="8128"/>
                  </a:moveTo>
                  <a:cubicBezTo>
                    <a:pt x="16948" y="12954"/>
                    <a:pt x="16821" y="18034"/>
                    <a:pt x="16821" y="23114"/>
                  </a:cubicBezTo>
                  <a:cubicBezTo>
                    <a:pt x="16694" y="28448"/>
                    <a:pt x="16694" y="33782"/>
                    <a:pt x="16821" y="38989"/>
                  </a:cubicBezTo>
                  <a:cubicBezTo>
                    <a:pt x="17075" y="51308"/>
                    <a:pt x="18218" y="62357"/>
                    <a:pt x="21774" y="71501"/>
                  </a:cubicBezTo>
                  <a:cubicBezTo>
                    <a:pt x="23425" y="75819"/>
                    <a:pt x="21393" y="80645"/>
                    <a:pt x="17075" y="82423"/>
                  </a:cubicBezTo>
                  <a:cubicBezTo>
                    <a:pt x="12757" y="84201"/>
                    <a:pt x="7931" y="82042"/>
                    <a:pt x="6153" y="77724"/>
                  </a:cubicBezTo>
                  <a:cubicBezTo>
                    <a:pt x="1454" y="65786"/>
                    <a:pt x="311" y="52070"/>
                    <a:pt x="57" y="39370"/>
                  </a:cubicBezTo>
                  <a:cubicBezTo>
                    <a:pt x="-70" y="33782"/>
                    <a:pt x="57" y="28321"/>
                    <a:pt x="57" y="22987"/>
                  </a:cubicBezTo>
                  <a:cubicBezTo>
                    <a:pt x="57" y="17907"/>
                    <a:pt x="184" y="13081"/>
                    <a:pt x="57" y="8509"/>
                  </a:cubicBezTo>
                  <a:cubicBezTo>
                    <a:pt x="-70" y="3937"/>
                    <a:pt x="3613" y="0"/>
                    <a:pt x="8312" y="0"/>
                  </a:cubicBezTo>
                  <a:cubicBezTo>
                    <a:pt x="13011" y="0"/>
                    <a:pt x="16821" y="3556"/>
                    <a:pt x="16821" y="825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7385" y="331726"/>
              <a:ext cx="16891" cy="126620"/>
            </a:xfrm>
            <a:custGeom>
              <a:avLst/>
              <a:gdLst/>
              <a:ahLst/>
              <a:cxnLst/>
              <a:rect r="r" b="b" t="t" l="l"/>
              <a:pathLst>
                <a:path h="126620" w="16891">
                  <a:moveTo>
                    <a:pt x="127" y="118237"/>
                  </a:moveTo>
                  <a:lnTo>
                    <a:pt x="0" y="8382"/>
                  </a:lnTo>
                  <a:cubicBezTo>
                    <a:pt x="0" y="3810"/>
                    <a:pt x="3683" y="0"/>
                    <a:pt x="8382" y="0"/>
                  </a:cubicBezTo>
                  <a:cubicBezTo>
                    <a:pt x="13081" y="0"/>
                    <a:pt x="16764" y="3683"/>
                    <a:pt x="16764" y="8382"/>
                  </a:cubicBezTo>
                  <a:lnTo>
                    <a:pt x="16891" y="118237"/>
                  </a:lnTo>
                  <a:cubicBezTo>
                    <a:pt x="16891" y="122809"/>
                    <a:pt x="13208" y="126619"/>
                    <a:pt x="8509" y="126619"/>
                  </a:cubicBezTo>
                  <a:cubicBezTo>
                    <a:pt x="3810" y="126619"/>
                    <a:pt x="127" y="122936"/>
                    <a:pt x="127" y="11823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05918" y="441454"/>
              <a:ext cx="140461" cy="16764"/>
            </a:xfrm>
            <a:custGeom>
              <a:avLst/>
              <a:gdLst/>
              <a:ahLst/>
              <a:cxnLst/>
              <a:rect r="r" b="b" t="t" l="l"/>
              <a:pathLst>
                <a:path h="16764" w="140461">
                  <a:moveTo>
                    <a:pt x="8381" y="0"/>
                  </a:moveTo>
                  <a:lnTo>
                    <a:pt x="132079" y="0"/>
                  </a:lnTo>
                  <a:cubicBezTo>
                    <a:pt x="136651" y="0"/>
                    <a:pt x="140461" y="3810"/>
                    <a:pt x="140461" y="8382"/>
                  </a:cubicBezTo>
                  <a:cubicBezTo>
                    <a:pt x="140461" y="12954"/>
                    <a:pt x="136651" y="16764"/>
                    <a:pt x="132079" y="16764"/>
                  </a:cubicBezTo>
                  <a:lnTo>
                    <a:pt x="8381" y="16764"/>
                  </a:lnTo>
                  <a:cubicBezTo>
                    <a:pt x="3810" y="16764"/>
                    <a:pt x="0" y="12954"/>
                    <a:pt x="0" y="8382"/>
                  </a:cubicBezTo>
                  <a:cubicBezTo>
                    <a:pt x="0" y="3810"/>
                    <a:pt x="3810" y="0"/>
                    <a:pt x="8381" y="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0130" y="230252"/>
              <a:ext cx="153869" cy="86684"/>
            </a:xfrm>
            <a:custGeom>
              <a:avLst/>
              <a:gdLst/>
              <a:ahLst/>
              <a:cxnLst/>
              <a:rect r="r" b="b" t="t" l="l"/>
              <a:pathLst>
                <a:path h="86684" w="153869">
                  <a:moveTo>
                    <a:pt x="16201" y="25527"/>
                  </a:moveTo>
                  <a:cubicBezTo>
                    <a:pt x="18233" y="32639"/>
                    <a:pt x="21535" y="39243"/>
                    <a:pt x="25980" y="45085"/>
                  </a:cubicBezTo>
                  <a:cubicBezTo>
                    <a:pt x="30425" y="51054"/>
                    <a:pt x="35759" y="56007"/>
                    <a:pt x="41982" y="60072"/>
                  </a:cubicBezTo>
                  <a:lnTo>
                    <a:pt x="37410" y="67057"/>
                  </a:lnTo>
                  <a:lnTo>
                    <a:pt x="41982" y="60072"/>
                  </a:lnTo>
                  <a:cubicBezTo>
                    <a:pt x="48205" y="64136"/>
                    <a:pt x="54936" y="66930"/>
                    <a:pt x="62175" y="68454"/>
                  </a:cubicBezTo>
                  <a:lnTo>
                    <a:pt x="60397" y="76582"/>
                  </a:lnTo>
                  <a:lnTo>
                    <a:pt x="62175" y="68454"/>
                  </a:lnTo>
                  <a:cubicBezTo>
                    <a:pt x="69414" y="70105"/>
                    <a:pt x="76653" y="70359"/>
                    <a:pt x="84019" y="69343"/>
                  </a:cubicBezTo>
                  <a:lnTo>
                    <a:pt x="85162" y="77598"/>
                  </a:lnTo>
                  <a:lnTo>
                    <a:pt x="84019" y="69343"/>
                  </a:lnTo>
                  <a:cubicBezTo>
                    <a:pt x="91385" y="68327"/>
                    <a:pt x="98243" y="66041"/>
                    <a:pt x="104847" y="62485"/>
                  </a:cubicBezTo>
                  <a:lnTo>
                    <a:pt x="108784" y="69851"/>
                  </a:lnTo>
                  <a:lnTo>
                    <a:pt x="104847" y="62485"/>
                  </a:lnTo>
                  <a:cubicBezTo>
                    <a:pt x="111324" y="58929"/>
                    <a:pt x="117039" y="54356"/>
                    <a:pt x="121992" y="48768"/>
                  </a:cubicBezTo>
                  <a:lnTo>
                    <a:pt x="128342" y="54229"/>
                  </a:lnTo>
                  <a:lnTo>
                    <a:pt x="121992" y="48768"/>
                  </a:lnTo>
                  <a:cubicBezTo>
                    <a:pt x="126818" y="43180"/>
                    <a:pt x="130628" y="36957"/>
                    <a:pt x="133168" y="29972"/>
                  </a:cubicBezTo>
                  <a:lnTo>
                    <a:pt x="141042" y="32893"/>
                  </a:lnTo>
                  <a:lnTo>
                    <a:pt x="133168" y="29972"/>
                  </a:lnTo>
                  <a:cubicBezTo>
                    <a:pt x="135835" y="22987"/>
                    <a:pt x="137105" y="15875"/>
                    <a:pt x="137105" y="8382"/>
                  </a:cubicBezTo>
                  <a:cubicBezTo>
                    <a:pt x="137105" y="3810"/>
                    <a:pt x="140915" y="0"/>
                    <a:pt x="145487" y="0"/>
                  </a:cubicBezTo>
                  <a:cubicBezTo>
                    <a:pt x="150059" y="0"/>
                    <a:pt x="153869" y="3810"/>
                    <a:pt x="153869" y="8382"/>
                  </a:cubicBezTo>
                  <a:cubicBezTo>
                    <a:pt x="153869" y="17780"/>
                    <a:pt x="152218" y="26924"/>
                    <a:pt x="148916" y="35814"/>
                  </a:cubicBezTo>
                  <a:cubicBezTo>
                    <a:pt x="145614" y="44577"/>
                    <a:pt x="140788" y="52578"/>
                    <a:pt x="134692" y="59691"/>
                  </a:cubicBezTo>
                  <a:cubicBezTo>
                    <a:pt x="128596" y="66803"/>
                    <a:pt x="121230" y="72645"/>
                    <a:pt x="112975" y="77090"/>
                  </a:cubicBezTo>
                  <a:cubicBezTo>
                    <a:pt x="104720" y="81535"/>
                    <a:pt x="95830" y="84456"/>
                    <a:pt x="86559" y="85853"/>
                  </a:cubicBezTo>
                  <a:cubicBezTo>
                    <a:pt x="77288" y="87250"/>
                    <a:pt x="67890" y="86869"/>
                    <a:pt x="58746" y="84837"/>
                  </a:cubicBezTo>
                  <a:cubicBezTo>
                    <a:pt x="49602" y="82805"/>
                    <a:pt x="40966" y="79249"/>
                    <a:pt x="33092" y="74169"/>
                  </a:cubicBezTo>
                  <a:cubicBezTo>
                    <a:pt x="25218" y="69089"/>
                    <a:pt x="18360" y="62739"/>
                    <a:pt x="12772" y="55118"/>
                  </a:cubicBezTo>
                  <a:lnTo>
                    <a:pt x="19503" y="50165"/>
                  </a:lnTo>
                  <a:lnTo>
                    <a:pt x="12772" y="55118"/>
                  </a:lnTo>
                  <a:cubicBezTo>
                    <a:pt x="7185" y="47498"/>
                    <a:pt x="2994" y="39243"/>
                    <a:pt x="327" y="30226"/>
                  </a:cubicBezTo>
                  <a:cubicBezTo>
                    <a:pt x="-943" y="25781"/>
                    <a:pt x="1597" y="21082"/>
                    <a:pt x="6042" y="19812"/>
                  </a:cubicBezTo>
                  <a:cubicBezTo>
                    <a:pt x="10486" y="18542"/>
                    <a:pt x="15185" y="21082"/>
                    <a:pt x="16455" y="2552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35965" y="119251"/>
              <a:ext cx="18161" cy="127769"/>
            </a:xfrm>
            <a:custGeom>
              <a:avLst/>
              <a:gdLst/>
              <a:ahLst/>
              <a:cxnLst/>
              <a:rect r="r" b="b" t="t" l="l"/>
              <a:pathLst>
                <a:path h="127769" w="18161">
                  <a:moveTo>
                    <a:pt x="1397" y="119510"/>
                  </a:moveTo>
                  <a:lnTo>
                    <a:pt x="0" y="8512"/>
                  </a:lnTo>
                  <a:cubicBezTo>
                    <a:pt x="0" y="3940"/>
                    <a:pt x="3683" y="130"/>
                    <a:pt x="8255" y="3"/>
                  </a:cubicBezTo>
                  <a:cubicBezTo>
                    <a:pt x="12827" y="-124"/>
                    <a:pt x="16637" y="3686"/>
                    <a:pt x="16764" y="8258"/>
                  </a:cubicBezTo>
                  <a:lnTo>
                    <a:pt x="18161" y="119256"/>
                  </a:lnTo>
                  <a:cubicBezTo>
                    <a:pt x="18161" y="123828"/>
                    <a:pt x="14478" y="127638"/>
                    <a:pt x="9906" y="127765"/>
                  </a:cubicBezTo>
                  <a:cubicBezTo>
                    <a:pt x="5334" y="127892"/>
                    <a:pt x="1524" y="124082"/>
                    <a:pt x="1397" y="11951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1017" y="209678"/>
              <a:ext cx="16891" cy="40132"/>
            </a:xfrm>
            <a:custGeom>
              <a:avLst/>
              <a:gdLst/>
              <a:ahLst/>
              <a:cxnLst/>
              <a:rect r="r" b="b" t="t" l="l"/>
              <a:pathLst>
                <a:path h="40132" w="16891">
                  <a:moveTo>
                    <a:pt x="0" y="31750"/>
                  </a:moveTo>
                  <a:lnTo>
                    <a:pt x="127" y="8382"/>
                  </a:lnTo>
                  <a:cubicBezTo>
                    <a:pt x="127" y="3810"/>
                    <a:pt x="3937" y="0"/>
                    <a:pt x="8509" y="0"/>
                  </a:cubicBezTo>
                  <a:cubicBezTo>
                    <a:pt x="13081" y="0"/>
                    <a:pt x="16891" y="3810"/>
                    <a:pt x="16891" y="8382"/>
                  </a:cubicBezTo>
                  <a:lnTo>
                    <a:pt x="16764" y="31750"/>
                  </a:lnTo>
                  <a:cubicBezTo>
                    <a:pt x="16764" y="36322"/>
                    <a:pt x="12954" y="40132"/>
                    <a:pt x="8382" y="40132"/>
                  </a:cubicBezTo>
                  <a:cubicBezTo>
                    <a:pt x="3810" y="40132"/>
                    <a:pt x="0" y="36322"/>
                    <a:pt x="0" y="317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57692" y="3985784"/>
            <a:ext cx="574186" cy="574910"/>
            <a:chOff x="0" y="0"/>
            <a:chExt cx="521094" cy="5217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05942" y="189409"/>
              <a:ext cx="49945" cy="75212"/>
            </a:xfrm>
            <a:custGeom>
              <a:avLst/>
              <a:gdLst/>
              <a:ahLst/>
              <a:cxnLst/>
              <a:rect r="r" b="b" t="t" l="l"/>
              <a:pathLst>
                <a:path h="75212" w="49945">
                  <a:moveTo>
                    <a:pt x="2238" y="61163"/>
                  </a:moveTo>
                  <a:cubicBezTo>
                    <a:pt x="9477" y="53797"/>
                    <a:pt x="14303" y="48209"/>
                    <a:pt x="19129" y="41605"/>
                  </a:cubicBezTo>
                  <a:lnTo>
                    <a:pt x="25860" y="46558"/>
                  </a:lnTo>
                  <a:lnTo>
                    <a:pt x="18748" y="42240"/>
                  </a:lnTo>
                  <a:cubicBezTo>
                    <a:pt x="22685" y="35890"/>
                    <a:pt x="26495" y="28397"/>
                    <a:pt x="29543" y="20650"/>
                  </a:cubicBezTo>
                  <a:lnTo>
                    <a:pt x="37290" y="23825"/>
                  </a:lnTo>
                  <a:lnTo>
                    <a:pt x="29289" y="21285"/>
                  </a:lnTo>
                  <a:cubicBezTo>
                    <a:pt x="30813" y="16332"/>
                    <a:pt x="32211" y="11379"/>
                    <a:pt x="33354" y="6553"/>
                  </a:cubicBezTo>
                  <a:cubicBezTo>
                    <a:pt x="34369" y="2108"/>
                    <a:pt x="38815" y="-813"/>
                    <a:pt x="43387" y="203"/>
                  </a:cubicBezTo>
                  <a:cubicBezTo>
                    <a:pt x="47959" y="1219"/>
                    <a:pt x="50753" y="5664"/>
                    <a:pt x="49737" y="10236"/>
                  </a:cubicBezTo>
                  <a:cubicBezTo>
                    <a:pt x="48594" y="15443"/>
                    <a:pt x="47070" y="20904"/>
                    <a:pt x="45419" y="26238"/>
                  </a:cubicBezTo>
                  <a:cubicBezTo>
                    <a:pt x="45292" y="26492"/>
                    <a:pt x="45292" y="26619"/>
                    <a:pt x="45165" y="26873"/>
                  </a:cubicBezTo>
                  <a:cubicBezTo>
                    <a:pt x="41736" y="35382"/>
                    <a:pt x="37418" y="43764"/>
                    <a:pt x="33100" y="50876"/>
                  </a:cubicBezTo>
                  <a:cubicBezTo>
                    <a:pt x="32973" y="51003"/>
                    <a:pt x="32846" y="51257"/>
                    <a:pt x="32719" y="51384"/>
                  </a:cubicBezTo>
                  <a:cubicBezTo>
                    <a:pt x="27257" y="58877"/>
                    <a:pt x="21923" y="64973"/>
                    <a:pt x="14303" y="72720"/>
                  </a:cubicBezTo>
                  <a:cubicBezTo>
                    <a:pt x="11128" y="76022"/>
                    <a:pt x="5794" y="76022"/>
                    <a:pt x="2492" y="72847"/>
                  </a:cubicBezTo>
                  <a:cubicBezTo>
                    <a:pt x="-810" y="69672"/>
                    <a:pt x="-810" y="64338"/>
                    <a:pt x="2365" y="6103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71260" y="182436"/>
              <a:ext cx="167387" cy="166751"/>
            </a:xfrm>
            <a:custGeom>
              <a:avLst/>
              <a:gdLst/>
              <a:ahLst/>
              <a:cxnLst/>
              <a:rect r="r" b="b" t="t" l="l"/>
              <a:pathLst>
                <a:path h="166751" w="167387">
                  <a:moveTo>
                    <a:pt x="153100" y="164402"/>
                  </a:moveTo>
                  <a:lnTo>
                    <a:pt x="2477" y="14288"/>
                  </a:lnTo>
                  <a:cubicBezTo>
                    <a:pt x="-825" y="10986"/>
                    <a:pt x="-825" y="5779"/>
                    <a:pt x="2477" y="2477"/>
                  </a:cubicBezTo>
                  <a:cubicBezTo>
                    <a:pt x="5779" y="-825"/>
                    <a:pt x="10986" y="-825"/>
                    <a:pt x="14288" y="2477"/>
                  </a:cubicBezTo>
                  <a:lnTo>
                    <a:pt x="164911" y="152464"/>
                  </a:lnTo>
                  <a:cubicBezTo>
                    <a:pt x="168213" y="155766"/>
                    <a:pt x="168213" y="160973"/>
                    <a:pt x="164911" y="164275"/>
                  </a:cubicBezTo>
                  <a:cubicBezTo>
                    <a:pt x="161609" y="167577"/>
                    <a:pt x="156402" y="167577"/>
                    <a:pt x="153100" y="16427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84455" y="188087"/>
              <a:ext cx="98173" cy="100713"/>
            </a:xfrm>
            <a:custGeom>
              <a:avLst/>
              <a:gdLst/>
              <a:ahLst/>
              <a:cxnLst/>
              <a:rect r="r" b="b" t="t" l="l"/>
              <a:pathLst>
                <a:path h="100713" w="98173">
                  <a:moveTo>
                    <a:pt x="95759" y="14225"/>
                  </a:moveTo>
                  <a:lnTo>
                    <a:pt x="14352" y="98172"/>
                  </a:lnTo>
                  <a:cubicBezTo>
                    <a:pt x="11177" y="101474"/>
                    <a:pt x="5843" y="101601"/>
                    <a:pt x="2541" y="98299"/>
                  </a:cubicBezTo>
                  <a:cubicBezTo>
                    <a:pt x="-762" y="94997"/>
                    <a:pt x="-889" y="89790"/>
                    <a:pt x="2413" y="86488"/>
                  </a:cubicBezTo>
                  <a:lnTo>
                    <a:pt x="83821" y="2541"/>
                  </a:lnTo>
                  <a:cubicBezTo>
                    <a:pt x="86996" y="-761"/>
                    <a:pt x="92330" y="-888"/>
                    <a:pt x="95632" y="2414"/>
                  </a:cubicBezTo>
                  <a:cubicBezTo>
                    <a:pt x="98934" y="5716"/>
                    <a:pt x="99061" y="10923"/>
                    <a:pt x="95759" y="1422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27" y="272380"/>
              <a:ext cx="196015" cy="185857"/>
            </a:xfrm>
            <a:custGeom>
              <a:avLst/>
              <a:gdLst/>
              <a:ahLst/>
              <a:cxnLst/>
              <a:rect r="r" b="b" t="t" l="l"/>
              <a:pathLst>
                <a:path h="185857" w="196015">
                  <a:moveTo>
                    <a:pt x="36169" y="13244"/>
                  </a:moveTo>
                  <a:cubicBezTo>
                    <a:pt x="32486" y="18070"/>
                    <a:pt x="29311" y="23277"/>
                    <a:pt x="26644" y="28738"/>
                  </a:cubicBezTo>
                  <a:cubicBezTo>
                    <a:pt x="23976" y="34199"/>
                    <a:pt x="21817" y="39787"/>
                    <a:pt x="20166" y="45629"/>
                  </a:cubicBezTo>
                  <a:cubicBezTo>
                    <a:pt x="18515" y="51471"/>
                    <a:pt x="17499" y="57440"/>
                    <a:pt x="16991" y="63536"/>
                  </a:cubicBezTo>
                  <a:lnTo>
                    <a:pt x="8609" y="62774"/>
                  </a:lnTo>
                  <a:lnTo>
                    <a:pt x="16991" y="63536"/>
                  </a:lnTo>
                  <a:cubicBezTo>
                    <a:pt x="16483" y="69632"/>
                    <a:pt x="16483" y="75601"/>
                    <a:pt x="17118" y="81697"/>
                  </a:cubicBezTo>
                  <a:lnTo>
                    <a:pt x="8863" y="82586"/>
                  </a:lnTo>
                  <a:lnTo>
                    <a:pt x="17118" y="81697"/>
                  </a:lnTo>
                  <a:cubicBezTo>
                    <a:pt x="17753" y="87793"/>
                    <a:pt x="18896" y="93635"/>
                    <a:pt x="20674" y="99477"/>
                  </a:cubicBezTo>
                  <a:lnTo>
                    <a:pt x="12673" y="101890"/>
                  </a:lnTo>
                  <a:lnTo>
                    <a:pt x="20674" y="99477"/>
                  </a:lnTo>
                  <a:cubicBezTo>
                    <a:pt x="22452" y="105319"/>
                    <a:pt x="24612" y="110907"/>
                    <a:pt x="27406" y="116368"/>
                  </a:cubicBezTo>
                  <a:cubicBezTo>
                    <a:pt x="30200" y="121829"/>
                    <a:pt x="33502" y="126909"/>
                    <a:pt x="37185" y="131608"/>
                  </a:cubicBezTo>
                  <a:lnTo>
                    <a:pt x="30581" y="136688"/>
                  </a:lnTo>
                  <a:lnTo>
                    <a:pt x="37185" y="131608"/>
                  </a:lnTo>
                  <a:cubicBezTo>
                    <a:pt x="40868" y="136434"/>
                    <a:pt x="45059" y="140752"/>
                    <a:pt x="49631" y="144816"/>
                  </a:cubicBezTo>
                  <a:lnTo>
                    <a:pt x="44043" y="151039"/>
                  </a:lnTo>
                  <a:lnTo>
                    <a:pt x="49631" y="144816"/>
                  </a:lnTo>
                  <a:cubicBezTo>
                    <a:pt x="54203" y="148880"/>
                    <a:pt x="59029" y="152436"/>
                    <a:pt x="64363" y="155484"/>
                  </a:cubicBezTo>
                  <a:lnTo>
                    <a:pt x="60045" y="162723"/>
                  </a:lnTo>
                  <a:lnTo>
                    <a:pt x="64363" y="155484"/>
                  </a:lnTo>
                  <a:cubicBezTo>
                    <a:pt x="69570" y="158532"/>
                    <a:pt x="75031" y="161199"/>
                    <a:pt x="80746" y="163231"/>
                  </a:cubicBezTo>
                  <a:cubicBezTo>
                    <a:pt x="86461" y="165263"/>
                    <a:pt x="92303" y="166787"/>
                    <a:pt x="98272" y="167803"/>
                  </a:cubicBezTo>
                  <a:cubicBezTo>
                    <a:pt x="104241" y="168819"/>
                    <a:pt x="110337" y="169200"/>
                    <a:pt x="116433" y="169073"/>
                  </a:cubicBezTo>
                  <a:lnTo>
                    <a:pt x="116687" y="177455"/>
                  </a:lnTo>
                  <a:lnTo>
                    <a:pt x="116433" y="169073"/>
                  </a:lnTo>
                  <a:cubicBezTo>
                    <a:pt x="122529" y="168946"/>
                    <a:pt x="128498" y="168184"/>
                    <a:pt x="134467" y="166914"/>
                  </a:cubicBezTo>
                  <a:lnTo>
                    <a:pt x="136245" y="175042"/>
                  </a:lnTo>
                  <a:lnTo>
                    <a:pt x="134467" y="166914"/>
                  </a:lnTo>
                  <a:cubicBezTo>
                    <a:pt x="140436" y="165644"/>
                    <a:pt x="146151" y="163866"/>
                    <a:pt x="151739" y="161453"/>
                  </a:cubicBezTo>
                  <a:lnTo>
                    <a:pt x="154914" y="169200"/>
                  </a:lnTo>
                  <a:lnTo>
                    <a:pt x="151739" y="161453"/>
                  </a:lnTo>
                  <a:cubicBezTo>
                    <a:pt x="157327" y="159040"/>
                    <a:pt x="162661" y="156246"/>
                    <a:pt x="167741" y="152944"/>
                  </a:cubicBezTo>
                  <a:lnTo>
                    <a:pt x="172313" y="159929"/>
                  </a:lnTo>
                  <a:lnTo>
                    <a:pt x="167741" y="152944"/>
                  </a:lnTo>
                  <a:cubicBezTo>
                    <a:pt x="172821" y="149642"/>
                    <a:pt x="177520" y="145832"/>
                    <a:pt x="181838" y="141641"/>
                  </a:cubicBezTo>
                  <a:cubicBezTo>
                    <a:pt x="185140" y="138466"/>
                    <a:pt x="190474" y="138466"/>
                    <a:pt x="193649" y="141768"/>
                  </a:cubicBezTo>
                  <a:cubicBezTo>
                    <a:pt x="196824" y="145070"/>
                    <a:pt x="196824" y="150404"/>
                    <a:pt x="193522" y="153579"/>
                  </a:cubicBezTo>
                  <a:cubicBezTo>
                    <a:pt x="188442" y="158532"/>
                    <a:pt x="182854" y="162977"/>
                    <a:pt x="177012" y="166914"/>
                  </a:cubicBezTo>
                  <a:cubicBezTo>
                    <a:pt x="171043" y="170851"/>
                    <a:pt x="164820" y="174153"/>
                    <a:pt x="158216" y="176947"/>
                  </a:cubicBezTo>
                  <a:cubicBezTo>
                    <a:pt x="151612" y="179741"/>
                    <a:pt x="144881" y="181773"/>
                    <a:pt x="137896" y="183297"/>
                  </a:cubicBezTo>
                  <a:cubicBezTo>
                    <a:pt x="130911" y="184821"/>
                    <a:pt x="123926" y="185583"/>
                    <a:pt x="116814" y="185837"/>
                  </a:cubicBezTo>
                  <a:cubicBezTo>
                    <a:pt x="109702" y="185964"/>
                    <a:pt x="102590" y="185456"/>
                    <a:pt x="95605" y="184313"/>
                  </a:cubicBezTo>
                  <a:lnTo>
                    <a:pt x="97002" y="176058"/>
                  </a:lnTo>
                  <a:lnTo>
                    <a:pt x="95605" y="184313"/>
                  </a:lnTo>
                  <a:cubicBezTo>
                    <a:pt x="88620" y="183170"/>
                    <a:pt x="81762" y="181392"/>
                    <a:pt x="75031" y="178979"/>
                  </a:cubicBezTo>
                  <a:lnTo>
                    <a:pt x="77952" y="171105"/>
                  </a:lnTo>
                  <a:lnTo>
                    <a:pt x="75031" y="178979"/>
                  </a:lnTo>
                  <a:cubicBezTo>
                    <a:pt x="68300" y="176566"/>
                    <a:pt x="61950" y="173518"/>
                    <a:pt x="55854" y="169835"/>
                  </a:cubicBezTo>
                  <a:cubicBezTo>
                    <a:pt x="49758" y="166152"/>
                    <a:pt x="44043" y="162088"/>
                    <a:pt x="38709" y="157389"/>
                  </a:cubicBezTo>
                  <a:cubicBezTo>
                    <a:pt x="33375" y="152690"/>
                    <a:pt x="28549" y="147483"/>
                    <a:pt x="24104" y="141895"/>
                  </a:cubicBezTo>
                  <a:cubicBezTo>
                    <a:pt x="19785" y="136307"/>
                    <a:pt x="15848" y="130338"/>
                    <a:pt x="12673" y="123988"/>
                  </a:cubicBezTo>
                  <a:lnTo>
                    <a:pt x="20166" y="120178"/>
                  </a:lnTo>
                  <a:lnTo>
                    <a:pt x="12673" y="123988"/>
                  </a:lnTo>
                  <a:cubicBezTo>
                    <a:pt x="9371" y="117638"/>
                    <a:pt x="6831" y="111034"/>
                    <a:pt x="4799" y="104303"/>
                  </a:cubicBezTo>
                  <a:cubicBezTo>
                    <a:pt x="2767" y="97445"/>
                    <a:pt x="1370" y="90587"/>
                    <a:pt x="608" y="83475"/>
                  </a:cubicBezTo>
                  <a:cubicBezTo>
                    <a:pt x="-154" y="76363"/>
                    <a:pt x="-154" y="69251"/>
                    <a:pt x="354" y="62266"/>
                  </a:cubicBezTo>
                  <a:cubicBezTo>
                    <a:pt x="862" y="55281"/>
                    <a:pt x="2259" y="48169"/>
                    <a:pt x="4164" y="41311"/>
                  </a:cubicBezTo>
                  <a:lnTo>
                    <a:pt x="12165" y="43597"/>
                  </a:lnTo>
                  <a:lnTo>
                    <a:pt x="4164" y="41311"/>
                  </a:lnTo>
                  <a:cubicBezTo>
                    <a:pt x="6069" y="34453"/>
                    <a:pt x="8609" y="27849"/>
                    <a:pt x="11784" y="21499"/>
                  </a:cubicBezTo>
                  <a:lnTo>
                    <a:pt x="19277" y="25182"/>
                  </a:lnTo>
                  <a:lnTo>
                    <a:pt x="11784" y="21499"/>
                  </a:lnTo>
                  <a:cubicBezTo>
                    <a:pt x="14959" y="15149"/>
                    <a:pt x="18642" y="9053"/>
                    <a:pt x="22960" y="3338"/>
                  </a:cubicBezTo>
                  <a:cubicBezTo>
                    <a:pt x="25755" y="-345"/>
                    <a:pt x="30962" y="-1107"/>
                    <a:pt x="34645" y="1687"/>
                  </a:cubicBezTo>
                  <a:cubicBezTo>
                    <a:pt x="38328" y="4481"/>
                    <a:pt x="39090" y="9688"/>
                    <a:pt x="36296" y="1337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8176" y="63594"/>
              <a:ext cx="199442" cy="142555"/>
            </a:xfrm>
            <a:custGeom>
              <a:avLst/>
              <a:gdLst/>
              <a:ahLst/>
              <a:cxnLst/>
              <a:rect r="r" b="b" t="t" l="l"/>
              <a:pathLst>
                <a:path h="142555" w="199442">
                  <a:moveTo>
                    <a:pt x="181120" y="132749"/>
                  </a:moveTo>
                  <a:cubicBezTo>
                    <a:pt x="182898" y="122462"/>
                    <a:pt x="183152" y="112047"/>
                    <a:pt x="181628" y="101633"/>
                  </a:cubicBezTo>
                  <a:lnTo>
                    <a:pt x="189883" y="100490"/>
                  </a:lnTo>
                  <a:lnTo>
                    <a:pt x="181628" y="101633"/>
                  </a:lnTo>
                  <a:cubicBezTo>
                    <a:pt x="180103" y="91219"/>
                    <a:pt x="177055" y="81313"/>
                    <a:pt x="172483" y="71915"/>
                  </a:cubicBezTo>
                  <a:cubicBezTo>
                    <a:pt x="167911" y="62517"/>
                    <a:pt x="161815" y="54008"/>
                    <a:pt x="154576" y="46515"/>
                  </a:cubicBezTo>
                  <a:lnTo>
                    <a:pt x="160545" y="40673"/>
                  </a:lnTo>
                  <a:lnTo>
                    <a:pt x="154576" y="46515"/>
                  </a:lnTo>
                  <a:cubicBezTo>
                    <a:pt x="147210" y="39022"/>
                    <a:pt x="138955" y="32799"/>
                    <a:pt x="129684" y="27973"/>
                  </a:cubicBezTo>
                  <a:lnTo>
                    <a:pt x="133621" y="20607"/>
                  </a:lnTo>
                  <a:lnTo>
                    <a:pt x="129684" y="27973"/>
                  </a:lnTo>
                  <a:cubicBezTo>
                    <a:pt x="120413" y="23147"/>
                    <a:pt x="110507" y="19845"/>
                    <a:pt x="100220" y="18067"/>
                  </a:cubicBezTo>
                  <a:lnTo>
                    <a:pt x="101617" y="9812"/>
                  </a:lnTo>
                  <a:lnTo>
                    <a:pt x="100220" y="18067"/>
                  </a:lnTo>
                  <a:cubicBezTo>
                    <a:pt x="89806" y="16289"/>
                    <a:pt x="79519" y="16289"/>
                    <a:pt x="69105" y="17813"/>
                  </a:cubicBezTo>
                  <a:lnTo>
                    <a:pt x="67835" y="9558"/>
                  </a:lnTo>
                  <a:lnTo>
                    <a:pt x="69105" y="17813"/>
                  </a:lnTo>
                  <a:cubicBezTo>
                    <a:pt x="58691" y="19337"/>
                    <a:pt x="48785" y="22512"/>
                    <a:pt x="39514" y="27211"/>
                  </a:cubicBezTo>
                  <a:lnTo>
                    <a:pt x="35704" y="19718"/>
                  </a:lnTo>
                  <a:lnTo>
                    <a:pt x="39514" y="27211"/>
                  </a:lnTo>
                  <a:cubicBezTo>
                    <a:pt x="30116" y="31910"/>
                    <a:pt x="21734" y="38006"/>
                    <a:pt x="14241" y="45372"/>
                  </a:cubicBezTo>
                  <a:cubicBezTo>
                    <a:pt x="10939" y="48674"/>
                    <a:pt x="5732" y="48547"/>
                    <a:pt x="2429" y="45372"/>
                  </a:cubicBezTo>
                  <a:cubicBezTo>
                    <a:pt x="-873" y="42197"/>
                    <a:pt x="-746" y="36863"/>
                    <a:pt x="2429" y="33561"/>
                  </a:cubicBezTo>
                  <a:cubicBezTo>
                    <a:pt x="11193" y="24925"/>
                    <a:pt x="20972" y="17813"/>
                    <a:pt x="31894" y="12352"/>
                  </a:cubicBezTo>
                  <a:cubicBezTo>
                    <a:pt x="42816" y="6891"/>
                    <a:pt x="54373" y="3208"/>
                    <a:pt x="66565" y="1303"/>
                  </a:cubicBezTo>
                  <a:cubicBezTo>
                    <a:pt x="78757" y="-475"/>
                    <a:pt x="90822" y="-475"/>
                    <a:pt x="102887" y="1557"/>
                  </a:cubicBezTo>
                  <a:cubicBezTo>
                    <a:pt x="114952" y="3589"/>
                    <a:pt x="126509" y="7399"/>
                    <a:pt x="137431" y="13114"/>
                  </a:cubicBezTo>
                  <a:cubicBezTo>
                    <a:pt x="148353" y="18829"/>
                    <a:pt x="158005" y="26068"/>
                    <a:pt x="166641" y="34831"/>
                  </a:cubicBezTo>
                  <a:cubicBezTo>
                    <a:pt x="175150" y="43594"/>
                    <a:pt x="182263" y="53500"/>
                    <a:pt x="187596" y="64549"/>
                  </a:cubicBezTo>
                  <a:lnTo>
                    <a:pt x="180103" y="68232"/>
                  </a:lnTo>
                  <a:lnTo>
                    <a:pt x="187596" y="64549"/>
                  </a:lnTo>
                  <a:cubicBezTo>
                    <a:pt x="193058" y="75598"/>
                    <a:pt x="196614" y="87155"/>
                    <a:pt x="198265" y="99347"/>
                  </a:cubicBezTo>
                  <a:cubicBezTo>
                    <a:pt x="200043" y="111539"/>
                    <a:pt x="199789" y="123605"/>
                    <a:pt x="197630" y="135670"/>
                  </a:cubicBezTo>
                  <a:cubicBezTo>
                    <a:pt x="196868" y="140242"/>
                    <a:pt x="192550" y="143290"/>
                    <a:pt x="187978" y="142401"/>
                  </a:cubicBezTo>
                  <a:cubicBezTo>
                    <a:pt x="183406" y="141512"/>
                    <a:pt x="180358" y="137321"/>
                    <a:pt x="181246" y="13274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5799" y="94933"/>
              <a:ext cx="109348" cy="109855"/>
            </a:xfrm>
            <a:custGeom>
              <a:avLst/>
              <a:gdLst/>
              <a:ahLst/>
              <a:cxnLst/>
              <a:rect r="r" b="b" t="t" l="l"/>
              <a:pathLst>
                <a:path h="109855" w="109348">
                  <a:moveTo>
                    <a:pt x="106872" y="14287"/>
                  </a:moveTo>
                  <a:lnTo>
                    <a:pt x="14288" y="107379"/>
                  </a:lnTo>
                  <a:cubicBezTo>
                    <a:pt x="10986" y="110681"/>
                    <a:pt x="5779" y="110681"/>
                    <a:pt x="2477" y="107379"/>
                  </a:cubicBezTo>
                  <a:cubicBezTo>
                    <a:pt x="-825" y="104077"/>
                    <a:pt x="-825" y="98870"/>
                    <a:pt x="2477" y="95568"/>
                  </a:cubicBezTo>
                  <a:lnTo>
                    <a:pt x="95060" y="2476"/>
                  </a:lnTo>
                  <a:cubicBezTo>
                    <a:pt x="98362" y="-826"/>
                    <a:pt x="103570" y="-826"/>
                    <a:pt x="106872" y="2476"/>
                  </a:cubicBezTo>
                  <a:cubicBezTo>
                    <a:pt x="110174" y="5778"/>
                    <a:pt x="110174" y="10985"/>
                    <a:pt x="106872" y="1428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42889" y="248095"/>
              <a:ext cx="179579" cy="180341"/>
            </a:xfrm>
            <a:custGeom>
              <a:avLst/>
              <a:gdLst/>
              <a:ahLst/>
              <a:cxnLst/>
              <a:rect r="r" b="b" t="t" l="l"/>
              <a:pathLst>
                <a:path h="180341" w="179579">
                  <a:moveTo>
                    <a:pt x="2476" y="166053"/>
                  </a:moveTo>
                  <a:lnTo>
                    <a:pt x="165291" y="2477"/>
                  </a:lnTo>
                  <a:cubicBezTo>
                    <a:pt x="168593" y="-825"/>
                    <a:pt x="173800" y="-825"/>
                    <a:pt x="177102" y="2477"/>
                  </a:cubicBezTo>
                  <a:cubicBezTo>
                    <a:pt x="180404" y="5779"/>
                    <a:pt x="180404" y="10986"/>
                    <a:pt x="177102" y="14288"/>
                  </a:cubicBezTo>
                  <a:lnTo>
                    <a:pt x="14287" y="177864"/>
                  </a:lnTo>
                  <a:cubicBezTo>
                    <a:pt x="10985" y="181166"/>
                    <a:pt x="5778" y="181166"/>
                    <a:pt x="2476" y="177864"/>
                  </a:cubicBezTo>
                  <a:cubicBezTo>
                    <a:pt x="-826" y="174562"/>
                    <a:pt x="-826" y="169355"/>
                    <a:pt x="2476" y="16605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418239" y="237382"/>
            <a:ext cx="3002518" cy="69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b="true" sz="402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Features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7759" y="1703280"/>
            <a:ext cx="398502" cy="35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📄</a:t>
            </a:r>
            <a:r>
              <a:rPr lang="en-US" b="true" sz="20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7759" y="2865330"/>
            <a:ext cx="398502" cy="35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🔍</a:t>
            </a:r>
            <a:r>
              <a:rPr lang="en-US" b="true" sz="20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7759" y="4036905"/>
            <a:ext cx="398502" cy="35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💊</a:t>
            </a:r>
            <a:r>
              <a:rPr lang="en-US" b="true" sz="20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7759" y="5202241"/>
            <a:ext cx="398502" cy="35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🎤</a:t>
            </a:r>
            <a:r>
              <a:rPr lang="en-US" b="true" sz="20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87573" y="1740370"/>
            <a:ext cx="1870115" cy="39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b="true" sz="22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Report</a:t>
            </a:r>
            <a:r>
              <a:rPr lang="en-US" b="true" sz="225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22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Upload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87573" y="4073995"/>
            <a:ext cx="2764869" cy="39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b="true" sz="22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Medicine Explanation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187573" y="2902420"/>
            <a:ext cx="2940248" cy="39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b="true" sz="22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AI Diagnosis Detection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187573" y="5236045"/>
            <a:ext cx="3019068" cy="39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b="true" sz="22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Voice Message Support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47759" y="5694169"/>
            <a:ext cx="4940618" cy="3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Send queries by voice and receive voice replies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47759" y="4522594"/>
            <a:ext cx="5248989" cy="3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Name, dosage, and side effects in simple language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47759" y="3360544"/>
            <a:ext cx="5222796" cy="3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Automatically identifies conditions and symptoms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47759" y="2198494"/>
            <a:ext cx="5951697" cy="3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Upload prescriptions, blood tests, X-rays, and lab reports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4989" y="855026"/>
            <a:ext cx="11011211" cy="4506063"/>
            <a:chOff x="0" y="0"/>
            <a:chExt cx="9405595" cy="3849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05493" cy="3848986"/>
            </a:xfrm>
            <a:custGeom>
              <a:avLst/>
              <a:gdLst/>
              <a:ahLst/>
              <a:cxnLst/>
              <a:rect r="r" b="b" t="t" l="l"/>
              <a:pathLst>
                <a:path h="3848986" w="9405493">
                  <a:moveTo>
                    <a:pt x="1749171" y="0"/>
                  </a:moveTo>
                  <a:cubicBezTo>
                    <a:pt x="1861566" y="0"/>
                    <a:pt x="1952752" y="91186"/>
                    <a:pt x="1952752" y="203581"/>
                  </a:cubicBezTo>
                  <a:lnTo>
                    <a:pt x="1952752" y="1938018"/>
                  </a:lnTo>
                  <a:lnTo>
                    <a:pt x="2009648" y="1881122"/>
                  </a:lnTo>
                  <a:cubicBezTo>
                    <a:pt x="2015109" y="1875661"/>
                    <a:pt x="2023872" y="1875661"/>
                    <a:pt x="2029333" y="1881122"/>
                  </a:cubicBezTo>
                  <a:cubicBezTo>
                    <a:pt x="2034794" y="1886583"/>
                    <a:pt x="2034794" y="1895346"/>
                    <a:pt x="2029333" y="1900807"/>
                  </a:cubicBezTo>
                  <a:lnTo>
                    <a:pt x="1952752" y="1977388"/>
                  </a:lnTo>
                  <a:lnTo>
                    <a:pt x="1952752" y="3638545"/>
                  </a:lnTo>
                  <a:cubicBezTo>
                    <a:pt x="1952752" y="3730239"/>
                    <a:pt x="2026920" y="3804661"/>
                    <a:pt x="2118614" y="3805169"/>
                  </a:cubicBezTo>
                  <a:lnTo>
                    <a:pt x="3631692" y="3812154"/>
                  </a:lnTo>
                  <a:cubicBezTo>
                    <a:pt x="3724021" y="3812535"/>
                    <a:pt x="3799078" y="3737859"/>
                    <a:pt x="3799078" y="3645531"/>
                  </a:cubicBezTo>
                  <a:lnTo>
                    <a:pt x="3799078" y="2071748"/>
                  </a:lnTo>
                  <a:lnTo>
                    <a:pt x="3796030" y="2071748"/>
                  </a:lnTo>
                  <a:lnTo>
                    <a:pt x="3796030" y="1920237"/>
                  </a:lnTo>
                  <a:lnTo>
                    <a:pt x="3731387" y="1984880"/>
                  </a:lnTo>
                  <a:cubicBezTo>
                    <a:pt x="3725926" y="1990341"/>
                    <a:pt x="3717163" y="1990341"/>
                    <a:pt x="3711702" y="1984880"/>
                  </a:cubicBezTo>
                  <a:cubicBezTo>
                    <a:pt x="3706241" y="1979419"/>
                    <a:pt x="3706241" y="1970656"/>
                    <a:pt x="3711702" y="1965196"/>
                  </a:cubicBezTo>
                  <a:lnTo>
                    <a:pt x="3799078" y="1877819"/>
                  </a:lnTo>
                  <a:lnTo>
                    <a:pt x="3799078" y="211455"/>
                  </a:lnTo>
                  <a:cubicBezTo>
                    <a:pt x="3799078" y="99441"/>
                    <a:pt x="3889629" y="8382"/>
                    <a:pt x="4001770" y="7874"/>
                  </a:cubicBezTo>
                  <a:lnTo>
                    <a:pt x="5496179" y="889"/>
                  </a:lnTo>
                  <a:cubicBezTo>
                    <a:pt x="5608955" y="381"/>
                    <a:pt x="5700776" y="91694"/>
                    <a:pt x="5700776" y="204470"/>
                  </a:cubicBezTo>
                  <a:lnTo>
                    <a:pt x="5700776" y="1794127"/>
                  </a:lnTo>
                  <a:lnTo>
                    <a:pt x="5702300" y="1794127"/>
                  </a:lnTo>
                  <a:lnTo>
                    <a:pt x="5702300" y="1945765"/>
                  </a:lnTo>
                  <a:lnTo>
                    <a:pt x="5766943" y="1881122"/>
                  </a:lnTo>
                  <a:cubicBezTo>
                    <a:pt x="5772404" y="1875661"/>
                    <a:pt x="5781167" y="1875661"/>
                    <a:pt x="5786628" y="1881122"/>
                  </a:cubicBezTo>
                  <a:cubicBezTo>
                    <a:pt x="5792089" y="1886583"/>
                    <a:pt x="5792089" y="1895346"/>
                    <a:pt x="5786628" y="1900806"/>
                  </a:cubicBezTo>
                  <a:lnTo>
                    <a:pt x="5700776" y="1986659"/>
                  </a:lnTo>
                  <a:lnTo>
                    <a:pt x="5700776" y="3637656"/>
                  </a:lnTo>
                  <a:cubicBezTo>
                    <a:pt x="5700776" y="3729604"/>
                    <a:pt x="5775325" y="3804280"/>
                    <a:pt x="5867400" y="3804280"/>
                  </a:cubicBezTo>
                  <a:lnTo>
                    <a:pt x="7315708" y="3804280"/>
                  </a:lnTo>
                  <a:cubicBezTo>
                    <a:pt x="7407656" y="3804280"/>
                    <a:pt x="7482332" y="3729731"/>
                    <a:pt x="7482332" y="3637656"/>
                  </a:cubicBezTo>
                  <a:lnTo>
                    <a:pt x="7482332" y="1935605"/>
                  </a:lnTo>
                  <a:lnTo>
                    <a:pt x="7423785" y="1994151"/>
                  </a:lnTo>
                  <a:cubicBezTo>
                    <a:pt x="7418324" y="1999612"/>
                    <a:pt x="7409561" y="1999612"/>
                    <a:pt x="7404100" y="1994151"/>
                  </a:cubicBezTo>
                  <a:cubicBezTo>
                    <a:pt x="7398639" y="1988690"/>
                    <a:pt x="7398639" y="1979928"/>
                    <a:pt x="7404100" y="1974466"/>
                  </a:cubicBezTo>
                  <a:lnTo>
                    <a:pt x="7482205" y="1896362"/>
                  </a:lnTo>
                  <a:lnTo>
                    <a:pt x="7482205" y="212217"/>
                  </a:lnTo>
                  <a:cubicBezTo>
                    <a:pt x="7482205" y="99822"/>
                    <a:pt x="7573390" y="8636"/>
                    <a:pt x="7685786" y="8636"/>
                  </a:cubicBezTo>
                  <a:lnTo>
                    <a:pt x="9121775" y="8636"/>
                  </a:lnTo>
                  <a:cubicBezTo>
                    <a:pt x="9234170" y="8636"/>
                    <a:pt x="9325356" y="99822"/>
                    <a:pt x="9325356" y="212217"/>
                  </a:cubicBezTo>
                  <a:lnTo>
                    <a:pt x="9325356" y="1841878"/>
                  </a:lnTo>
                  <a:cubicBezTo>
                    <a:pt x="9371076" y="1850514"/>
                    <a:pt x="9405493" y="1890646"/>
                    <a:pt x="9405493" y="1938906"/>
                  </a:cubicBezTo>
                  <a:cubicBezTo>
                    <a:pt x="9405493" y="1993389"/>
                    <a:pt x="9361297" y="2037585"/>
                    <a:pt x="9306814" y="2037585"/>
                  </a:cubicBezTo>
                  <a:cubicBezTo>
                    <a:pt x="9252331" y="2037585"/>
                    <a:pt x="9208135" y="1993389"/>
                    <a:pt x="9208135" y="1938906"/>
                  </a:cubicBezTo>
                  <a:cubicBezTo>
                    <a:pt x="9208135" y="1890774"/>
                    <a:pt x="9242679" y="1850641"/>
                    <a:pt x="9288399" y="1841878"/>
                  </a:cubicBezTo>
                  <a:lnTo>
                    <a:pt x="9288399" y="212217"/>
                  </a:lnTo>
                  <a:cubicBezTo>
                    <a:pt x="9288399" y="120269"/>
                    <a:pt x="9213850" y="45593"/>
                    <a:pt x="9121775" y="45593"/>
                  </a:cubicBezTo>
                  <a:lnTo>
                    <a:pt x="7685913" y="45593"/>
                  </a:lnTo>
                  <a:cubicBezTo>
                    <a:pt x="7593965" y="45593"/>
                    <a:pt x="7519289" y="120142"/>
                    <a:pt x="7519289" y="212217"/>
                  </a:cubicBezTo>
                  <a:lnTo>
                    <a:pt x="7519289" y="1893314"/>
                  </a:lnTo>
                  <a:lnTo>
                    <a:pt x="7600442" y="1974466"/>
                  </a:lnTo>
                  <a:cubicBezTo>
                    <a:pt x="7605903" y="1979928"/>
                    <a:pt x="7605903" y="1988690"/>
                    <a:pt x="7600442" y="1994151"/>
                  </a:cubicBezTo>
                  <a:cubicBezTo>
                    <a:pt x="7594981" y="1999612"/>
                    <a:pt x="7586218" y="1999612"/>
                    <a:pt x="7580757" y="1994151"/>
                  </a:cubicBezTo>
                  <a:lnTo>
                    <a:pt x="7519162" y="1932556"/>
                  </a:lnTo>
                  <a:lnTo>
                    <a:pt x="7519162" y="3637530"/>
                  </a:lnTo>
                  <a:cubicBezTo>
                    <a:pt x="7519162" y="3749924"/>
                    <a:pt x="7427976" y="3841110"/>
                    <a:pt x="7315581" y="3841110"/>
                  </a:cubicBezTo>
                  <a:lnTo>
                    <a:pt x="5867400" y="3841110"/>
                  </a:lnTo>
                  <a:cubicBezTo>
                    <a:pt x="5755005" y="3841110"/>
                    <a:pt x="5663819" y="3749924"/>
                    <a:pt x="5663819" y="3637530"/>
                  </a:cubicBezTo>
                  <a:lnTo>
                    <a:pt x="5663819" y="1974212"/>
                  </a:lnTo>
                  <a:lnTo>
                    <a:pt x="5590286" y="1900680"/>
                  </a:lnTo>
                  <a:cubicBezTo>
                    <a:pt x="5584825" y="1895218"/>
                    <a:pt x="5584825" y="1886455"/>
                    <a:pt x="5590286" y="1880994"/>
                  </a:cubicBezTo>
                  <a:cubicBezTo>
                    <a:pt x="5595747" y="1875533"/>
                    <a:pt x="5604510" y="1875533"/>
                    <a:pt x="5609971" y="1880994"/>
                  </a:cubicBezTo>
                  <a:lnTo>
                    <a:pt x="5663819" y="1934842"/>
                  </a:lnTo>
                  <a:lnTo>
                    <a:pt x="5663819" y="204470"/>
                  </a:lnTo>
                  <a:cubicBezTo>
                    <a:pt x="5663819" y="112141"/>
                    <a:pt x="5588762" y="37465"/>
                    <a:pt x="5496433" y="37846"/>
                  </a:cubicBezTo>
                  <a:lnTo>
                    <a:pt x="4001770" y="44831"/>
                  </a:lnTo>
                  <a:cubicBezTo>
                    <a:pt x="3910076" y="45212"/>
                    <a:pt x="3835908" y="119761"/>
                    <a:pt x="3835908" y="211455"/>
                  </a:cubicBezTo>
                  <a:lnTo>
                    <a:pt x="3835908" y="1893314"/>
                  </a:lnTo>
                  <a:lnTo>
                    <a:pt x="3907790" y="1965196"/>
                  </a:lnTo>
                  <a:cubicBezTo>
                    <a:pt x="3913251" y="1970656"/>
                    <a:pt x="3913251" y="1979419"/>
                    <a:pt x="3907790" y="1984881"/>
                  </a:cubicBezTo>
                  <a:cubicBezTo>
                    <a:pt x="3902329" y="1990341"/>
                    <a:pt x="3893566" y="1990341"/>
                    <a:pt x="3888105" y="1984881"/>
                  </a:cubicBezTo>
                  <a:lnTo>
                    <a:pt x="3835781" y="1932556"/>
                  </a:lnTo>
                  <a:lnTo>
                    <a:pt x="3835781" y="3645403"/>
                  </a:lnTo>
                  <a:cubicBezTo>
                    <a:pt x="3835781" y="3758179"/>
                    <a:pt x="3744087" y="3849492"/>
                    <a:pt x="3631184" y="3848984"/>
                  </a:cubicBezTo>
                  <a:lnTo>
                    <a:pt x="2118106" y="3841999"/>
                  </a:lnTo>
                  <a:cubicBezTo>
                    <a:pt x="2006092" y="3841491"/>
                    <a:pt x="1915414" y="3750432"/>
                    <a:pt x="1915414" y="3638419"/>
                  </a:cubicBezTo>
                  <a:lnTo>
                    <a:pt x="1915414" y="1983483"/>
                  </a:lnTo>
                  <a:lnTo>
                    <a:pt x="1832610" y="1900679"/>
                  </a:lnTo>
                  <a:cubicBezTo>
                    <a:pt x="1827149" y="1895218"/>
                    <a:pt x="1827149" y="1886455"/>
                    <a:pt x="1832610" y="1880994"/>
                  </a:cubicBezTo>
                  <a:cubicBezTo>
                    <a:pt x="1838071" y="1875533"/>
                    <a:pt x="1846834" y="1875533"/>
                    <a:pt x="1852295" y="1880994"/>
                  </a:cubicBezTo>
                  <a:lnTo>
                    <a:pt x="1915414" y="1944113"/>
                  </a:lnTo>
                  <a:lnTo>
                    <a:pt x="1915414" y="203581"/>
                  </a:lnTo>
                  <a:cubicBezTo>
                    <a:pt x="1915414" y="111633"/>
                    <a:pt x="1840865" y="36957"/>
                    <a:pt x="1748790" y="36957"/>
                  </a:cubicBezTo>
                  <a:lnTo>
                    <a:pt x="283845" y="36957"/>
                  </a:lnTo>
                  <a:cubicBezTo>
                    <a:pt x="191770" y="36957"/>
                    <a:pt x="117221" y="111633"/>
                    <a:pt x="117221" y="203581"/>
                  </a:cubicBezTo>
                  <a:lnTo>
                    <a:pt x="117221" y="1841878"/>
                  </a:lnTo>
                  <a:cubicBezTo>
                    <a:pt x="162941" y="1850515"/>
                    <a:pt x="197485" y="1890646"/>
                    <a:pt x="197485" y="1938906"/>
                  </a:cubicBezTo>
                  <a:cubicBezTo>
                    <a:pt x="197485" y="1993389"/>
                    <a:pt x="153289" y="2037585"/>
                    <a:pt x="98806" y="2037585"/>
                  </a:cubicBezTo>
                  <a:cubicBezTo>
                    <a:pt x="44323" y="2037585"/>
                    <a:pt x="0" y="1993389"/>
                    <a:pt x="0" y="1938780"/>
                  </a:cubicBezTo>
                  <a:cubicBezTo>
                    <a:pt x="0" y="1890647"/>
                    <a:pt x="34544" y="1850515"/>
                    <a:pt x="80264" y="1841752"/>
                  </a:cubicBezTo>
                  <a:lnTo>
                    <a:pt x="80264" y="203454"/>
                  </a:lnTo>
                  <a:cubicBezTo>
                    <a:pt x="80264" y="91186"/>
                    <a:pt x="171323" y="0"/>
                    <a:pt x="283845" y="0"/>
                  </a:cubicBezTo>
                  <a:lnTo>
                    <a:pt x="1749171" y="0"/>
                  </a:lnTo>
                  <a:close/>
                </a:path>
              </a:pathLst>
            </a:custGeom>
            <a:solidFill>
              <a:srgbClr val="71716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628749" y="70961"/>
            <a:ext cx="4646414" cy="61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b="true" sz="3543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Working Flow Diagram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907862"/>
            <a:ext cx="1908398" cy="177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b="true" sz="242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Upload Report</a:t>
            </a:r>
          </a:p>
          <a:p>
            <a:pPr algn="ctr">
              <a:lnSpc>
                <a:spcPts val="2825"/>
              </a:lnSpc>
            </a:pPr>
            <a:r>
              <a:rPr lang="en-US" sz="242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Patient uploads image or PDF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84611" y="2007889"/>
            <a:ext cx="33328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3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0374" y="3863032"/>
            <a:ext cx="1892141" cy="42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b="true" sz="2466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AI 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0982" y="4726115"/>
            <a:ext cx="33328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3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77498" y="863319"/>
            <a:ext cx="737592" cy="42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b="true" sz="2429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77498" y="1239758"/>
            <a:ext cx="1755903" cy="4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b="true" sz="246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Extraction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3558" y="2271246"/>
            <a:ext cx="33328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3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25427" y="3879542"/>
            <a:ext cx="1988582" cy="42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b="true" sz="2466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Result Display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89485" y="4219411"/>
            <a:ext cx="1732626" cy="69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ctr">
              <a:lnSpc>
                <a:spcPts val="2846"/>
              </a:lnSpc>
            </a:pP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explanation in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3949" y="986562"/>
            <a:ext cx="1854875" cy="42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b="true" sz="2466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Voice Option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30108" y="2007889"/>
            <a:ext cx="33328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3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20374" y="4368677"/>
            <a:ext cx="1575078" cy="3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OCR</a:t>
            </a:r>
            <a:r>
              <a:rPr lang="en-US" sz="203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203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NLP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20374" y="4722228"/>
            <a:ext cx="1792962" cy="3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analyze content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93295" y="1779174"/>
            <a:ext cx="2247929" cy="92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2"/>
              </a:lnSpc>
            </a:pPr>
            <a:r>
              <a:rPr lang="en-US" sz="2127" spc="2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Identify condition, medicines,</a:t>
            </a:r>
          </a:p>
          <a:p>
            <a:pPr algn="l">
              <a:lnSpc>
                <a:spcPts val="2482"/>
              </a:lnSpc>
            </a:pPr>
            <a:r>
              <a:rPr lang="en-US" sz="2127" spc="2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dosage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25427" y="4341222"/>
            <a:ext cx="1299091" cy="3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 spc="4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Showclear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25427" y="4872621"/>
            <a:ext cx="1804511" cy="3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simple language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3949" y="1432332"/>
            <a:ext cx="1622822" cy="3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</a:t>
            </a:r>
            <a:r>
              <a:rPr lang="en-US" sz="203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listens</a:t>
            </a:r>
            <a:r>
              <a:rPr lang="en-US" sz="203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3949" y="1782648"/>
            <a:ext cx="1808083" cy="3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results via voice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4989" y="5665889"/>
            <a:ext cx="11438227" cy="8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42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From a simple document upload to a clear, spoken explanation — the entire process is automated, instant, and designed for every type of user.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8500" y="1640291"/>
            <a:ext cx="2317016" cy="2036359"/>
            <a:chOff x="0" y="0"/>
            <a:chExt cx="3089355" cy="27151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9355" cy="2715145"/>
            </a:xfrm>
            <a:custGeom>
              <a:avLst/>
              <a:gdLst/>
              <a:ahLst/>
              <a:cxnLst/>
              <a:rect r="r" b="b" t="t" l="l"/>
              <a:pathLst>
                <a:path h="2715145" w="3089355">
                  <a:moveTo>
                    <a:pt x="1536461" y="0"/>
                  </a:moveTo>
                  <a:cubicBezTo>
                    <a:pt x="1486177" y="0"/>
                    <a:pt x="1435893" y="2178"/>
                    <a:pt x="1385937" y="6534"/>
                  </a:cubicBezTo>
                  <a:cubicBezTo>
                    <a:pt x="1335982" y="10890"/>
                    <a:pt x="1286191" y="17423"/>
                    <a:pt x="1236728" y="26135"/>
                  </a:cubicBezTo>
                  <a:cubicBezTo>
                    <a:pt x="1187266" y="34847"/>
                    <a:pt x="1138625" y="45591"/>
                    <a:pt x="1090477" y="58514"/>
                  </a:cubicBezTo>
                  <a:cubicBezTo>
                    <a:pt x="1042329" y="71436"/>
                    <a:pt x="995002" y="86391"/>
                    <a:pt x="948498" y="103379"/>
                  </a:cubicBezTo>
                  <a:cubicBezTo>
                    <a:pt x="901993" y="120367"/>
                    <a:pt x="856639" y="139387"/>
                    <a:pt x="812270" y="160295"/>
                  </a:cubicBezTo>
                  <a:cubicBezTo>
                    <a:pt x="767902" y="181203"/>
                    <a:pt x="724848" y="204144"/>
                    <a:pt x="682945" y="228827"/>
                  </a:cubicBezTo>
                  <a:cubicBezTo>
                    <a:pt x="641041" y="253510"/>
                    <a:pt x="600781" y="279936"/>
                    <a:pt x="561835" y="308249"/>
                  </a:cubicBezTo>
                  <a:cubicBezTo>
                    <a:pt x="522890" y="336562"/>
                    <a:pt x="485752" y="366327"/>
                    <a:pt x="450093" y="397689"/>
                  </a:cubicBezTo>
                  <a:cubicBezTo>
                    <a:pt x="414434" y="429051"/>
                    <a:pt x="380747" y="462010"/>
                    <a:pt x="348867" y="496421"/>
                  </a:cubicBezTo>
                  <a:cubicBezTo>
                    <a:pt x="316988" y="530833"/>
                    <a:pt x="287080" y="566405"/>
                    <a:pt x="258980" y="603430"/>
                  </a:cubicBezTo>
                  <a:cubicBezTo>
                    <a:pt x="230880" y="640455"/>
                    <a:pt x="205245" y="678496"/>
                    <a:pt x="181417" y="717698"/>
                  </a:cubicBezTo>
                  <a:cubicBezTo>
                    <a:pt x="157590" y="756901"/>
                    <a:pt x="136227" y="797120"/>
                    <a:pt x="117001" y="838065"/>
                  </a:cubicBezTo>
                  <a:cubicBezTo>
                    <a:pt x="97775" y="879010"/>
                    <a:pt x="80849" y="920971"/>
                    <a:pt x="66224" y="963513"/>
                  </a:cubicBezTo>
                  <a:cubicBezTo>
                    <a:pt x="51599" y="1006056"/>
                    <a:pt x="39439" y="1049178"/>
                    <a:pt x="29579" y="1092737"/>
                  </a:cubicBezTo>
                  <a:cubicBezTo>
                    <a:pt x="19719" y="1136295"/>
                    <a:pt x="12325" y="1180289"/>
                    <a:pt x="7395" y="1224574"/>
                  </a:cubicBezTo>
                  <a:cubicBezTo>
                    <a:pt x="2465" y="1268858"/>
                    <a:pt x="0" y="1313143"/>
                    <a:pt x="0" y="1357572"/>
                  </a:cubicBezTo>
                  <a:cubicBezTo>
                    <a:pt x="0" y="1402002"/>
                    <a:pt x="2465" y="1446432"/>
                    <a:pt x="7395" y="1490571"/>
                  </a:cubicBezTo>
                  <a:cubicBezTo>
                    <a:pt x="12325" y="1534710"/>
                    <a:pt x="19719" y="1578704"/>
                    <a:pt x="29579" y="1622408"/>
                  </a:cubicBezTo>
                  <a:cubicBezTo>
                    <a:pt x="39439" y="1666112"/>
                    <a:pt x="51599" y="1709089"/>
                    <a:pt x="66224" y="1751631"/>
                  </a:cubicBezTo>
                  <a:cubicBezTo>
                    <a:pt x="80849" y="1794174"/>
                    <a:pt x="97775" y="1835990"/>
                    <a:pt x="117001" y="1877080"/>
                  </a:cubicBezTo>
                  <a:cubicBezTo>
                    <a:pt x="136227" y="1918170"/>
                    <a:pt x="157754" y="1958244"/>
                    <a:pt x="181417" y="1997447"/>
                  </a:cubicBezTo>
                  <a:cubicBezTo>
                    <a:pt x="205081" y="2036649"/>
                    <a:pt x="231044" y="2074690"/>
                    <a:pt x="258980" y="2111715"/>
                  </a:cubicBezTo>
                  <a:cubicBezTo>
                    <a:pt x="286916" y="2148740"/>
                    <a:pt x="316823" y="2184312"/>
                    <a:pt x="348867" y="2218723"/>
                  </a:cubicBezTo>
                  <a:cubicBezTo>
                    <a:pt x="380911" y="2253135"/>
                    <a:pt x="414598" y="2285949"/>
                    <a:pt x="450093" y="2317456"/>
                  </a:cubicBezTo>
                  <a:cubicBezTo>
                    <a:pt x="485587" y="2348963"/>
                    <a:pt x="522890" y="2378728"/>
                    <a:pt x="561835" y="2406896"/>
                  </a:cubicBezTo>
                  <a:cubicBezTo>
                    <a:pt x="600781" y="2435064"/>
                    <a:pt x="641041" y="2461489"/>
                    <a:pt x="682945" y="2486318"/>
                  </a:cubicBezTo>
                  <a:cubicBezTo>
                    <a:pt x="724848" y="2511146"/>
                    <a:pt x="767902" y="2533797"/>
                    <a:pt x="812270" y="2554850"/>
                  </a:cubicBezTo>
                  <a:cubicBezTo>
                    <a:pt x="856639" y="2575903"/>
                    <a:pt x="902157" y="2594778"/>
                    <a:pt x="948498" y="2611766"/>
                  </a:cubicBezTo>
                  <a:cubicBezTo>
                    <a:pt x="994838" y="2628754"/>
                    <a:pt x="1042329" y="2643709"/>
                    <a:pt x="1090477" y="2656631"/>
                  </a:cubicBezTo>
                  <a:cubicBezTo>
                    <a:pt x="1138625" y="2669554"/>
                    <a:pt x="1187430" y="2680298"/>
                    <a:pt x="1236728" y="2689010"/>
                  </a:cubicBezTo>
                  <a:cubicBezTo>
                    <a:pt x="1286026" y="2697722"/>
                    <a:pt x="1335817" y="2704255"/>
                    <a:pt x="1385937" y="2708611"/>
                  </a:cubicBezTo>
                  <a:cubicBezTo>
                    <a:pt x="1436057" y="2712967"/>
                    <a:pt x="1486177" y="2715145"/>
                    <a:pt x="1536461" y="2715145"/>
                  </a:cubicBezTo>
                  <a:lnTo>
                    <a:pt x="1552894" y="2715145"/>
                  </a:lnTo>
                  <a:cubicBezTo>
                    <a:pt x="1603178" y="2715145"/>
                    <a:pt x="1653462" y="2712967"/>
                    <a:pt x="1703418" y="2708611"/>
                  </a:cubicBezTo>
                  <a:cubicBezTo>
                    <a:pt x="1753373" y="2704255"/>
                    <a:pt x="1803165" y="2697722"/>
                    <a:pt x="1852627" y="2689010"/>
                  </a:cubicBezTo>
                  <a:cubicBezTo>
                    <a:pt x="1902090" y="2680298"/>
                    <a:pt x="1950731" y="2669554"/>
                    <a:pt x="1998879" y="2656631"/>
                  </a:cubicBezTo>
                  <a:cubicBezTo>
                    <a:pt x="2047026" y="2643709"/>
                    <a:pt x="2094353" y="2628754"/>
                    <a:pt x="2140858" y="2611766"/>
                  </a:cubicBezTo>
                  <a:cubicBezTo>
                    <a:pt x="2187362" y="2594778"/>
                    <a:pt x="2232716" y="2575758"/>
                    <a:pt x="2277085" y="2554850"/>
                  </a:cubicBezTo>
                  <a:cubicBezTo>
                    <a:pt x="2321453" y="2533942"/>
                    <a:pt x="2364507" y="2511001"/>
                    <a:pt x="2406410" y="2486318"/>
                  </a:cubicBezTo>
                  <a:cubicBezTo>
                    <a:pt x="2448314" y="2461635"/>
                    <a:pt x="2488574" y="2435209"/>
                    <a:pt x="2527520" y="2406896"/>
                  </a:cubicBezTo>
                  <a:cubicBezTo>
                    <a:pt x="2566465" y="2378583"/>
                    <a:pt x="2603603" y="2348818"/>
                    <a:pt x="2639263" y="2317456"/>
                  </a:cubicBezTo>
                  <a:cubicBezTo>
                    <a:pt x="2674921" y="2286094"/>
                    <a:pt x="2708609" y="2253135"/>
                    <a:pt x="2740488" y="2218723"/>
                  </a:cubicBezTo>
                  <a:cubicBezTo>
                    <a:pt x="2772368" y="2184312"/>
                    <a:pt x="2802275" y="2148740"/>
                    <a:pt x="2830375" y="2111715"/>
                  </a:cubicBezTo>
                  <a:cubicBezTo>
                    <a:pt x="2858475" y="2074690"/>
                    <a:pt x="2884110" y="2036649"/>
                    <a:pt x="2907938" y="1997447"/>
                  </a:cubicBezTo>
                  <a:cubicBezTo>
                    <a:pt x="2931765" y="1958244"/>
                    <a:pt x="2953128" y="1918025"/>
                    <a:pt x="2972354" y="1877080"/>
                  </a:cubicBezTo>
                  <a:cubicBezTo>
                    <a:pt x="2991580" y="1836135"/>
                    <a:pt x="3008506" y="1794174"/>
                    <a:pt x="3023131" y="1751631"/>
                  </a:cubicBezTo>
                  <a:cubicBezTo>
                    <a:pt x="3037756" y="1709089"/>
                    <a:pt x="3049917" y="1665967"/>
                    <a:pt x="3059776" y="1622408"/>
                  </a:cubicBezTo>
                  <a:cubicBezTo>
                    <a:pt x="3069636" y="1578849"/>
                    <a:pt x="3077031" y="1534855"/>
                    <a:pt x="3081961" y="1490571"/>
                  </a:cubicBezTo>
                  <a:cubicBezTo>
                    <a:pt x="3086890" y="1446287"/>
                    <a:pt x="3089355" y="1402002"/>
                    <a:pt x="3089355" y="1357572"/>
                  </a:cubicBezTo>
                  <a:cubicBezTo>
                    <a:pt x="3089355" y="1313143"/>
                    <a:pt x="3086890" y="1268713"/>
                    <a:pt x="3081961" y="1224574"/>
                  </a:cubicBezTo>
                  <a:cubicBezTo>
                    <a:pt x="3077031" y="1180435"/>
                    <a:pt x="3069636" y="1136441"/>
                    <a:pt x="3059776" y="1092737"/>
                  </a:cubicBezTo>
                  <a:cubicBezTo>
                    <a:pt x="3049917" y="1049033"/>
                    <a:pt x="3037756" y="1006056"/>
                    <a:pt x="3023131" y="963513"/>
                  </a:cubicBezTo>
                  <a:cubicBezTo>
                    <a:pt x="3008506" y="920971"/>
                    <a:pt x="2991580" y="879155"/>
                    <a:pt x="2972354" y="838065"/>
                  </a:cubicBezTo>
                  <a:cubicBezTo>
                    <a:pt x="2953128" y="796975"/>
                    <a:pt x="2931601" y="756901"/>
                    <a:pt x="2907938" y="717698"/>
                  </a:cubicBezTo>
                  <a:cubicBezTo>
                    <a:pt x="2884275" y="678496"/>
                    <a:pt x="2858311" y="640455"/>
                    <a:pt x="2830375" y="603430"/>
                  </a:cubicBezTo>
                  <a:cubicBezTo>
                    <a:pt x="2802439" y="566405"/>
                    <a:pt x="2772532" y="530833"/>
                    <a:pt x="2740488" y="496421"/>
                  </a:cubicBezTo>
                  <a:cubicBezTo>
                    <a:pt x="2708444" y="462010"/>
                    <a:pt x="2674757" y="429196"/>
                    <a:pt x="2639263" y="397689"/>
                  </a:cubicBezTo>
                  <a:cubicBezTo>
                    <a:pt x="2603768" y="366182"/>
                    <a:pt x="2566465" y="336417"/>
                    <a:pt x="2527520" y="308249"/>
                  </a:cubicBezTo>
                  <a:cubicBezTo>
                    <a:pt x="2488574" y="280081"/>
                    <a:pt x="2448314" y="253656"/>
                    <a:pt x="2406410" y="228827"/>
                  </a:cubicBezTo>
                  <a:cubicBezTo>
                    <a:pt x="2364507" y="203999"/>
                    <a:pt x="2321453" y="181348"/>
                    <a:pt x="2277085" y="160295"/>
                  </a:cubicBezTo>
                  <a:cubicBezTo>
                    <a:pt x="2232716" y="139242"/>
                    <a:pt x="2187198" y="120367"/>
                    <a:pt x="2140858" y="103379"/>
                  </a:cubicBezTo>
                  <a:cubicBezTo>
                    <a:pt x="2094517" y="86391"/>
                    <a:pt x="2047026" y="71436"/>
                    <a:pt x="1998879" y="58514"/>
                  </a:cubicBezTo>
                  <a:cubicBezTo>
                    <a:pt x="1950731" y="45591"/>
                    <a:pt x="1901925" y="34847"/>
                    <a:pt x="1852627" y="26135"/>
                  </a:cubicBezTo>
                  <a:cubicBezTo>
                    <a:pt x="1803329" y="17423"/>
                    <a:pt x="1753538" y="10890"/>
                    <a:pt x="1703418" y="6534"/>
                  </a:cubicBezTo>
                  <a:cubicBezTo>
                    <a:pt x="1653298" y="2178"/>
                    <a:pt x="1603178" y="0"/>
                    <a:pt x="155289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588" r="0" b="-65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00137" y="1640291"/>
            <a:ext cx="2503522" cy="2036359"/>
            <a:chOff x="0" y="0"/>
            <a:chExt cx="3338030" cy="27151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38030" cy="2715145"/>
            </a:xfrm>
            <a:custGeom>
              <a:avLst/>
              <a:gdLst/>
              <a:ahLst/>
              <a:cxnLst/>
              <a:rect r="r" b="b" t="t" l="l"/>
              <a:pathLst>
                <a:path h="2715145" w="3338030">
                  <a:moveTo>
                    <a:pt x="1660137" y="0"/>
                  </a:moveTo>
                  <a:cubicBezTo>
                    <a:pt x="1605805" y="0"/>
                    <a:pt x="1551474" y="2178"/>
                    <a:pt x="1497497" y="6534"/>
                  </a:cubicBezTo>
                  <a:cubicBezTo>
                    <a:pt x="1443520" y="10890"/>
                    <a:pt x="1389721" y="17423"/>
                    <a:pt x="1336277" y="26135"/>
                  </a:cubicBezTo>
                  <a:cubicBezTo>
                    <a:pt x="1282833" y="34847"/>
                    <a:pt x="1230277" y="45591"/>
                    <a:pt x="1178254" y="58514"/>
                  </a:cubicBezTo>
                  <a:cubicBezTo>
                    <a:pt x="1126230" y="71436"/>
                    <a:pt x="1075094" y="86391"/>
                    <a:pt x="1024846" y="103379"/>
                  </a:cubicBezTo>
                  <a:cubicBezTo>
                    <a:pt x="974598" y="120367"/>
                    <a:pt x="925593" y="139387"/>
                    <a:pt x="877653" y="160295"/>
                  </a:cubicBezTo>
                  <a:cubicBezTo>
                    <a:pt x="829714" y="181203"/>
                    <a:pt x="783194" y="204144"/>
                    <a:pt x="737918" y="228827"/>
                  </a:cubicBezTo>
                  <a:cubicBezTo>
                    <a:pt x="692641" y="253510"/>
                    <a:pt x="649140" y="279936"/>
                    <a:pt x="607060" y="308249"/>
                  </a:cubicBezTo>
                  <a:cubicBezTo>
                    <a:pt x="564979" y="336562"/>
                    <a:pt x="524852" y="366327"/>
                    <a:pt x="486323" y="397689"/>
                  </a:cubicBezTo>
                  <a:cubicBezTo>
                    <a:pt x="447793" y="429051"/>
                    <a:pt x="411394" y="462010"/>
                    <a:pt x="376949" y="496421"/>
                  </a:cubicBezTo>
                  <a:cubicBezTo>
                    <a:pt x="342503" y="530833"/>
                    <a:pt x="310188" y="566405"/>
                    <a:pt x="279826" y="603430"/>
                  </a:cubicBezTo>
                  <a:cubicBezTo>
                    <a:pt x="249464" y="640455"/>
                    <a:pt x="221766" y="678496"/>
                    <a:pt x="196020" y="717698"/>
                  </a:cubicBezTo>
                  <a:cubicBezTo>
                    <a:pt x="170275" y="756901"/>
                    <a:pt x="147193" y="797120"/>
                    <a:pt x="126419" y="838065"/>
                  </a:cubicBezTo>
                  <a:cubicBezTo>
                    <a:pt x="105645" y="879010"/>
                    <a:pt x="87357" y="920971"/>
                    <a:pt x="71555" y="963513"/>
                  </a:cubicBezTo>
                  <a:cubicBezTo>
                    <a:pt x="55752" y="1006056"/>
                    <a:pt x="42613" y="1049178"/>
                    <a:pt x="31960" y="1092737"/>
                  </a:cubicBezTo>
                  <a:cubicBezTo>
                    <a:pt x="21307" y="1136295"/>
                    <a:pt x="13317" y="1180289"/>
                    <a:pt x="7990" y="1224574"/>
                  </a:cubicBezTo>
                  <a:cubicBezTo>
                    <a:pt x="2663" y="1268858"/>
                    <a:pt x="0" y="1313143"/>
                    <a:pt x="0" y="1357572"/>
                  </a:cubicBezTo>
                  <a:cubicBezTo>
                    <a:pt x="0" y="1402002"/>
                    <a:pt x="2663" y="1446432"/>
                    <a:pt x="7990" y="1490571"/>
                  </a:cubicBezTo>
                  <a:cubicBezTo>
                    <a:pt x="13317" y="1534710"/>
                    <a:pt x="21307" y="1578704"/>
                    <a:pt x="31960" y="1622408"/>
                  </a:cubicBezTo>
                  <a:cubicBezTo>
                    <a:pt x="42613" y="1666112"/>
                    <a:pt x="55752" y="1709089"/>
                    <a:pt x="71555" y="1751631"/>
                  </a:cubicBezTo>
                  <a:cubicBezTo>
                    <a:pt x="87357" y="1794174"/>
                    <a:pt x="105645" y="1835990"/>
                    <a:pt x="126419" y="1877080"/>
                  </a:cubicBezTo>
                  <a:cubicBezTo>
                    <a:pt x="147193" y="1918170"/>
                    <a:pt x="170453" y="1958244"/>
                    <a:pt x="196020" y="1997447"/>
                  </a:cubicBezTo>
                  <a:cubicBezTo>
                    <a:pt x="221588" y="2036649"/>
                    <a:pt x="249642" y="2074690"/>
                    <a:pt x="279826" y="2111715"/>
                  </a:cubicBezTo>
                  <a:cubicBezTo>
                    <a:pt x="310011" y="2148740"/>
                    <a:pt x="342326" y="2184312"/>
                    <a:pt x="376949" y="2218723"/>
                  </a:cubicBezTo>
                  <a:cubicBezTo>
                    <a:pt x="411572" y="2253135"/>
                    <a:pt x="447971" y="2285949"/>
                    <a:pt x="486323" y="2317456"/>
                  </a:cubicBezTo>
                  <a:cubicBezTo>
                    <a:pt x="524674" y="2348963"/>
                    <a:pt x="564979" y="2378728"/>
                    <a:pt x="607060" y="2406896"/>
                  </a:cubicBezTo>
                  <a:cubicBezTo>
                    <a:pt x="649140" y="2435064"/>
                    <a:pt x="692641" y="2461489"/>
                    <a:pt x="737918" y="2486318"/>
                  </a:cubicBezTo>
                  <a:cubicBezTo>
                    <a:pt x="783194" y="2511146"/>
                    <a:pt x="829714" y="2533797"/>
                    <a:pt x="877653" y="2554850"/>
                  </a:cubicBezTo>
                  <a:cubicBezTo>
                    <a:pt x="925593" y="2575903"/>
                    <a:pt x="974776" y="2594778"/>
                    <a:pt x="1024846" y="2611766"/>
                  </a:cubicBezTo>
                  <a:cubicBezTo>
                    <a:pt x="1074917" y="2628754"/>
                    <a:pt x="1126230" y="2643709"/>
                    <a:pt x="1178254" y="2656631"/>
                  </a:cubicBezTo>
                  <a:cubicBezTo>
                    <a:pt x="1230277" y="2669554"/>
                    <a:pt x="1283011" y="2680298"/>
                    <a:pt x="1336277" y="2689010"/>
                  </a:cubicBezTo>
                  <a:cubicBezTo>
                    <a:pt x="1389544" y="2697722"/>
                    <a:pt x="1443343" y="2704255"/>
                    <a:pt x="1497497" y="2708611"/>
                  </a:cubicBezTo>
                  <a:cubicBezTo>
                    <a:pt x="1551651" y="2712967"/>
                    <a:pt x="1605805" y="2715145"/>
                    <a:pt x="1660137" y="2715145"/>
                  </a:cubicBezTo>
                  <a:lnTo>
                    <a:pt x="1677893" y="2715145"/>
                  </a:lnTo>
                  <a:cubicBezTo>
                    <a:pt x="1732224" y="2715145"/>
                    <a:pt x="1786556" y="2712967"/>
                    <a:pt x="1840533" y="2708611"/>
                  </a:cubicBezTo>
                  <a:cubicBezTo>
                    <a:pt x="1894510" y="2704255"/>
                    <a:pt x="1948309" y="2697722"/>
                    <a:pt x="2001753" y="2689010"/>
                  </a:cubicBezTo>
                  <a:cubicBezTo>
                    <a:pt x="2055197" y="2680298"/>
                    <a:pt x="2107753" y="2669554"/>
                    <a:pt x="2159776" y="2656631"/>
                  </a:cubicBezTo>
                  <a:cubicBezTo>
                    <a:pt x="2211800" y="2643709"/>
                    <a:pt x="2262936" y="2628754"/>
                    <a:pt x="2313184" y="2611766"/>
                  </a:cubicBezTo>
                  <a:cubicBezTo>
                    <a:pt x="2363432" y="2594778"/>
                    <a:pt x="2412437" y="2575758"/>
                    <a:pt x="2460377" y="2554850"/>
                  </a:cubicBezTo>
                  <a:cubicBezTo>
                    <a:pt x="2508316" y="2533942"/>
                    <a:pt x="2554836" y="2511001"/>
                    <a:pt x="2600112" y="2486318"/>
                  </a:cubicBezTo>
                  <a:cubicBezTo>
                    <a:pt x="2645389" y="2461635"/>
                    <a:pt x="2688890" y="2435209"/>
                    <a:pt x="2730970" y="2406896"/>
                  </a:cubicBezTo>
                  <a:cubicBezTo>
                    <a:pt x="2773051" y="2378583"/>
                    <a:pt x="2813178" y="2348818"/>
                    <a:pt x="2851707" y="2317456"/>
                  </a:cubicBezTo>
                  <a:cubicBezTo>
                    <a:pt x="2890237" y="2286094"/>
                    <a:pt x="2926636" y="2253135"/>
                    <a:pt x="2961081" y="2218723"/>
                  </a:cubicBezTo>
                  <a:cubicBezTo>
                    <a:pt x="2995527" y="2184312"/>
                    <a:pt x="3027842" y="2148740"/>
                    <a:pt x="3058204" y="2111715"/>
                  </a:cubicBezTo>
                  <a:cubicBezTo>
                    <a:pt x="3088565" y="2074690"/>
                    <a:pt x="3116264" y="2036649"/>
                    <a:pt x="3142009" y="1997447"/>
                  </a:cubicBezTo>
                  <a:cubicBezTo>
                    <a:pt x="3167755" y="1958244"/>
                    <a:pt x="3190837" y="1918025"/>
                    <a:pt x="3211611" y="1877080"/>
                  </a:cubicBezTo>
                  <a:cubicBezTo>
                    <a:pt x="3232385" y="1836135"/>
                    <a:pt x="3250673" y="1794174"/>
                    <a:pt x="3266475" y="1751631"/>
                  </a:cubicBezTo>
                  <a:cubicBezTo>
                    <a:pt x="3282278" y="1709089"/>
                    <a:pt x="3295417" y="1665967"/>
                    <a:pt x="3306070" y="1622408"/>
                  </a:cubicBezTo>
                  <a:cubicBezTo>
                    <a:pt x="3316724" y="1578849"/>
                    <a:pt x="3324713" y="1534855"/>
                    <a:pt x="3330040" y="1490571"/>
                  </a:cubicBezTo>
                  <a:cubicBezTo>
                    <a:pt x="3335367" y="1446287"/>
                    <a:pt x="3338030" y="1402002"/>
                    <a:pt x="3338030" y="1357572"/>
                  </a:cubicBezTo>
                  <a:lnTo>
                    <a:pt x="3338030" y="1357137"/>
                  </a:lnTo>
                  <a:cubicBezTo>
                    <a:pt x="3338030" y="1312852"/>
                    <a:pt x="3335367" y="1268713"/>
                    <a:pt x="3330040" y="1224574"/>
                  </a:cubicBezTo>
                  <a:cubicBezTo>
                    <a:pt x="3324713" y="1180289"/>
                    <a:pt x="3316724" y="1136441"/>
                    <a:pt x="3306070" y="1092737"/>
                  </a:cubicBezTo>
                  <a:cubicBezTo>
                    <a:pt x="3295417" y="1049033"/>
                    <a:pt x="3282278" y="1006056"/>
                    <a:pt x="3266475" y="963513"/>
                  </a:cubicBezTo>
                  <a:cubicBezTo>
                    <a:pt x="3250673" y="920971"/>
                    <a:pt x="3232385" y="879155"/>
                    <a:pt x="3211611" y="838065"/>
                  </a:cubicBezTo>
                  <a:cubicBezTo>
                    <a:pt x="3190837" y="796975"/>
                    <a:pt x="3167577" y="756901"/>
                    <a:pt x="3142009" y="717698"/>
                  </a:cubicBezTo>
                  <a:cubicBezTo>
                    <a:pt x="3116442" y="678496"/>
                    <a:pt x="3088388" y="640455"/>
                    <a:pt x="3058204" y="603430"/>
                  </a:cubicBezTo>
                  <a:cubicBezTo>
                    <a:pt x="3028019" y="566405"/>
                    <a:pt x="2995704" y="530833"/>
                    <a:pt x="2961081" y="496421"/>
                  </a:cubicBezTo>
                  <a:cubicBezTo>
                    <a:pt x="2926458" y="462010"/>
                    <a:pt x="2890059" y="429196"/>
                    <a:pt x="2851707" y="397689"/>
                  </a:cubicBezTo>
                  <a:cubicBezTo>
                    <a:pt x="2813355" y="366182"/>
                    <a:pt x="2773051" y="336417"/>
                    <a:pt x="2730970" y="308249"/>
                  </a:cubicBezTo>
                  <a:cubicBezTo>
                    <a:pt x="2688890" y="280081"/>
                    <a:pt x="2645389" y="253656"/>
                    <a:pt x="2600112" y="228827"/>
                  </a:cubicBezTo>
                  <a:cubicBezTo>
                    <a:pt x="2554836" y="203999"/>
                    <a:pt x="2508316" y="181348"/>
                    <a:pt x="2460377" y="160295"/>
                  </a:cubicBezTo>
                  <a:cubicBezTo>
                    <a:pt x="2412437" y="139242"/>
                    <a:pt x="2363254" y="120367"/>
                    <a:pt x="2313184" y="103379"/>
                  </a:cubicBezTo>
                  <a:cubicBezTo>
                    <a:pt x="2263113" y="86391"/>
                    <a:pt x="2211800" y="71436"/>
                    <a:pt x="2159776" y="58514"/>
                  </a:cubicBezTo>
                  <a:cubicBezTo>
                    <a:pt x="2107753" y="45591"/>
                    <a:pt x="2055019" y="34847"/>
                    <a:pt x="2001753" y="26135"/>
                  </a:cubicBezTo>
                  <a:cubicBezTo>
                    <a:pt x="1948486" y="17423"/>
                    <a:pt x="1894687" y="10890"/>
                    <a:pt x="1840533" y="6534"/>
                  </a:cubicBezTo>
                  <a:cubicBezTo>
                    <a:pt x="1786379" y="2178"/>
                    <a:pt x="1732224" y="0"/>
                    <a:pt x="167789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143" r="0" b="-1114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932284" y="1512699"/>
            <a:ext cx="2543418" cy="2163951"/>
            <a:chOff x="0" y="0"/>
            <a:chExt cx="3391224" cy="28852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1224" cy="2885267"/>
            </a:xfrm>
            <a:custGeom>
              <a:avLst/>
              <a:gdLst/>
              <a:ahLst/>
              <a:cxnLst/>
              <a:rect r="r" b="b" t="t" l="l"/>
              <a:pathLst>
                <a:path h="2885267" w="3391224">
                  <a:moveTo>
                    <a:pt x="1686593" y="0"/>
                  </a:moveTo>
                  <a:cubicBezTo>
                    <a:pt x="1631395" y="0"/>
                    <a:pt x="1576198" y="2314"/>
                    <a:pt x="1521361" y="6943"/>
                  </a:cubicBezTo>
                  <a:cubicBezTo>
                    <a:pt x="1466524" y="11572"/>
                    <a:pt x="1411868" y="18515"/>
                    <a:pt x="1357572" y="27773"/>
                  </a:cubicBezTo>
                  <a:cubicBezTo>
                    <a:pt x="1303276" y="37030"/>
                    <a:pt x="1249883" y="48448"/>
                    <a:pt x="1197030" y="62180"/>
                  </a:cubicBezTo>
                  <a:cubicBezTo>
                    <a:pt x="1144177" y="75912"/>
                    <a:pt x="1092227" y="91804"/>
                    <a:pt x="1041178" y="109856"/>
                  </a:cubicBezTo>
                  <a:cubicBezTo>
                    <a:pt x="990129" y="127908"/>
                    <a:pt x="940343" y="148121"/>
                    <a:pt x="891639" y="170339"/>
                  </a:cubicBezTo>
                  <a:cubicBezTo>
                    <a:pt x="842936" y="192557"/>
                    <a:pt x="795675" y="216935"/>
                    <a:pt x="749677" y="243165"/>
                  </a:cubicBezTo>
                  <a:cubicBezTo>
                    <a:pt x="703679" y="269394"/>
                    <a:pt x="659485" y="297476"/>
                    <a:pt x="616734" y="327563"/>
                  </a:cubicBezTo>
                  <a:cubicBezTo>
                    <a:pt x="573983" y="357650"/>
                    <a:pt x="533216" y="389280"/>
                    <a:pt x="494073" y="422607"/>
                  </a:cubicBezTo>
                  <a:cubicBezTo>
                    <a:pt x="454929" y="455934"/>
                    <a:pt x="417950" y="490958"/>
                    <a:pt x="382956" y="527526"/>
                  </a:cubicBezTo>
                  <a:cubicBezTo>
                    <a:pt x="347961" y="564093"/>
                    <a:pt x="315131" y="601895"/>
                    <a:pt x="284286" y="641239"/>
                  </a:cubicBezTo>
                  <a:cubicBezTo>
                    <a:pt x="253440" y="680584"/>
                    <a:pt x="225300" y="721008"/>
                    <a:pt x="199144" y="762667"/>
                  </a:cubicBezTo>
                  <a:cubicBezTo>
                    <a:pt x="172989" y="804326"/>
                    <a:pt x="149539" y="847065"/>
                    <a:pt x="128434" y="890576"/>
                  </a:cubicBezTo>
                  <a:cubicBezTo>
                    <a:pt x="107329" y="934086"/>
                    <a:pt x="88749" y="978677"/>
                    <a:pt x="72695" y="1023884"/>
                  </a:cubicBezTo>
                  <a:cubicBezTo>
                    <a:pt x="56641" y="1069092"/>
                    <a:pt x="43292" y="1114917"/>
                    <a:pt x="32469" y="1161204"/>
                  </a:cubicBezTo>
                  <a:cubicBezTo>
                    <a:pt x="21646" y="1207492"/>
                    <a:pt x="13529" y="1254243"/>
                    <a:pt x="8117" y="1301302"/>
                  </a:cubicBezTo>
                  <a:cubicBezTo>
                    <a:pt x="2706" y="1348361"/>
                    <a:pt x="0" y="1395420"/>
                    <a:pt x="0" y="1442634"/>
                  </a:cubicBezTo>
                  <a:cubicBezTo>
                    <a:pt x="0" y="1489847"/>
                    <a:pt x="2706" y="1537061"/>
                    <a:pt x="8117" y="1583966"/>
                  </a:cubicBezTo>
                  <a:cubicBezTo>
                    <a:pt x="13529" y="1630870"/>
                    <a:pt x="21646" y="1677621"/>
                    <a:pt x="32469" y="1724063"/>
                  </a:cubicBezTo>
                  <a:cubicBezTo>
                    <a:pt x="43292" y="1770505"/>
                    <a:pt x="56641" y="1816176"/>
                    <a:pt x="72695" y="1861383"/>
                  </a:cubicBezTo>
                  <a:cubicBezTo>
                    <a:pt x="88749" y="1906591"/>
                    <a:pt x="107329" y="1951027"/>
                    <a:pt x="128434" y="1994692"/>
                  </a:cubicBezTo>
                  <a:cubicBezTo>
                    <a:pt x="149539" y="2038357"/>
                    <a:pt x="173169" y="2080941"/>
                    <a:pt x="199144" y="2122600"/>
                  </a:cubicBezTo>
                  <a:cubicBezTo>
                    <a:pt x="225120" y="2164259"/>
                    <a:pt x="253620" y="2204684"/>
                    <a:pt x="284286" y="2244028"/>
                  </a:cubicBezTo>
                  <a:cubicBezTo>
                    <a:pt x="314951" y="2283373"/>
                    <a:pt x="347781" y="2321175"/>
                    <a:pt x="382956" y="2357742"/>
                  </a:cubicBezTo>
                  <a:cubicBezTo>
                    <a:pt x="418131" y="2394309"/>
                    <a:pt x="455110" y="2429179"/>
                    <a:pt x="494073" y="2462661"/>
                  </a:cubicBezTo>
                  <a:cubicBezTo>
                    <a:pt x="533036" y="2496142"/>
                    <a:pt x="573983" y="2527772"/>
                    <a:pt x="616734" y="2557705"/>
                  </a:cubicBezTo>
                  <a:cubicBezTo>
                    <a:pt x="659485" y="2587638"/>
                    <a:pt x="703679" y="2615719"/>
                    <a:pt x="749677" y="2642103"/>
                  </a:cubicBezTo>
                  <a:cubicBezTo>
                    <a:pt x="795675" y="2668487"/>
                    <a:pt x="842936" y="2692556"/>
                    <a:pt x="891639" y="2714929"/>
                  </a:cubicBezTo>
                  <a:cubicBezTo>
                    <a:pt x="940343" y="2737301"/>
                    <a:pt x="990310" y="2757359"/>
                    <a:pt x="1041178" y="2775411"/>
                  </a:cubicBezTo>
                  <a:cubicBezTo>
                    <a:pt x="1092046" y="2793464"/>
                    <a:pt x="1144177" y="2809356"/>
                    <a:pt x="1197030" y="2823088"/>
                  </a:cubicBezTo>
                  <a:cubicBezTo>
                    <a:pt x="1249883" y="2836820"/>
                    <a:pt x="1303457" y="2848237"/>
                    <a:pt x="1357572" y="2857495"/>
                  </a:cubicBezTo>
                  <a:cubicBezTo>
                    <a:pt x="1411687" y="2866752"/>
                    <a:pt x="1466344" y="2873696"/>
                    <a:pt x="1521361" y="2878324"/>
                  </a:cubicBezTo>
                  <a:cubicBezTo>
                    <a:pt x="1576378" y="2882953"/>
                    <a:pt x="1631395" y="2885267"/>
                    <a:pt x="1686593" y="2885267"/>
                  </a:cubicBezTo>
                  <a:lnTo>
                    <a:pt x="1704631" y="2885267"/>
                  </a:lnTo>
                  <a:cubicBezTo>
                    <a:pt x="1759829" y="2885267"/>
                    <a:pt x="1815027" y="2882953"/>
                    <a:pt x="1869863" y="2878324"/>
                  </a:cubicBezTo>
                  <a:cubicBezTo>
                    <a:pt x="1924700" y="2873696"/>
                    <a:pt x="1979357" y="2866752"/>
                    <a:pt x="2033652" y="2857495"/>
                  </a:cubicBezTo>
                  <a:cubicBezTo>
                    <a:pt x="2087948" y="2848237"/>
                    <a:pt x="2141342" y="2836820"/>
                    <a:pt x="2194194" y="2823088"/>
                  </a:cubicBezTo>
                  <a:cubicBezTo>
                    <a:pt x="2247047" y="2809356"/>
                    <a:pt x="2298998" y="2793464"/>
                    <a:pt x="2350046" y="2775411"/>
                  </a:cubicBezTo>
                  <a:cubicBezTo>
                    <a:pt x="2401095" y="2757359"/>
                    <a:pt x="2450881" y="2737147"/>
                    <a:pt x="2499585" y="2714929"/>
                  </a:cubicBezTo>
                  <a:cubicBezTo>
                    <a:pt x="2548289" y="2692711"/>
                    <a:pt x="2595549" y="2668332"/>
                    <a:pt x="2641547" y="2642103"/>
                  </a:cubicBezTo>
                  <a:cubicBezTo>
                    <a:pt x="2687545" y="2615873"/>
                    <a:pt x="2731739" y="2587792"/>
                    <a:pt x="2774491" y="2557705"/>
                  </a:cubicBezTo>
                  <a:cubicBezTo>
                    <a:pt x="2817242" y="2527618"/>
                    <a:pt x="2858008" y="2495988"/>
                    <a:pt x="2897152" y="2462661"/>
                  </a:cubicBezTo>
                  <a:cubicBezTo>
                    <a:pt x="2936295" y="2429333"/>
                    <a:pt x="2973274" y="2394309"/>
                    <a:pt x="3008269" y="2357742"/>
                  </a:cubicBezTo>
                  <a:cubicBezTo>
                    <a:pt x="3043263" y="2321175"/>
                    <a:pt x="3076093" y="2283373"/>
                    <a:pt x="3106939" y="2244028"/>
                  </a:cubicBezTo>
                  <a:cubicBezTo>
                    <a:pt x="3137784" y="2204684"/>
                    <a:pt x="3165924" y="2164259"/>
                    <a:pt x="3192080" y="2122600"/>
                  </a:cubicBezTo>
                  <a:cubicBezTo>
                    <a:pt x="3218236" y="2080941"/>
                    <a:pt x="3241686" y="2038202"/>
                    <a:pt x="3262791" y="1994692"/>
                  </a:cubicBezTo>
                  <a:cubicBezTo>
                    <a:pt x="3283896" y="1951181"/>
                    <a:pt x="3302476" y="1906591"/>
                    <a:pt x="3318530" y="1861383"/>
                  </a:cubicBezTo>
                  <a:cubicBezTo>
                    <a:pt x="3334584" y="1816176"/>
                    <a:pt x="3347932" y="1770351"/>
                    <a:pt x="3358755" y="1724063"/>
                  </a:cubicBezTo>
                  <a:cubicBezTo>
                    <a:pt x="3369578" y="1677775"/>
                    <a:pt x="3377696" y="1631025"/>
                    <a:pt x="3383107" y="1583966"/>
                  </a:cubicBezTo>
                  <a:cubicBezTo>
                    <a:pt x="3388519" y="1536906"/>
                    <a:pt x="3391224" y="1489847"/>
                    <a:pt x="3391224" y="1442634"/>
                  </a:cubicBezTo>
                  <a:cubicBezTo>
                    <a:pt x="3391224" y="1395420"/>
                    <a:pt x="3388519" y="1348207"/>
                    <a:pt x="3383107" y="1301302"/>
                  </a:cubicBezTo>
                  <a:cubicBezTo>
                    <a:pt x="3377696" y="1254397"/>
                    <a:pt x="3369578" y="1207646"/>
                    <a:pt x="3358755" y="1161204"/>
                  </a:cubicBezTo>
                  <a:cubicBezTo>
                    <a:pt x="3347932" y="1114762"/>
                    <a:pt x="3334584" y="1069092"/>
                    <a:pt x="3318530" y="1023884"/>
                  </a:cubicBezTo>
                  <a:cubicBezTo>
                    <a:pt x="3302476" y="978677"/>
                    <a:pt x="3283896" y="934240"/>
                    <a:pt x="3262791" y="890576"/>
                  </a:cubicBezTo>
                  <a:cubicBezTo>
                    <a:pt x="3241686" y="846911"/>
                    <a:pt x="3218055" y="804326"/>
                    <a:pt x="3192080" y="762667"/>
                  </a:cubicBezTo>
                  <a:cubicBezTo>
                    <a:pt x="3166105" y="721008"/>
                    <a:pt x="3137604" y="680584"/>
                    <a:pt x="3106939" y="641239"/>
                  </a:cubicBezTo>
                  <a:cubicBezTo>
                    <a:pt x="3076273" y="601895"/>
                    <a:pt x="3043443" y="564093"/>
                    <a:pt x="3008269" y="527526"/>
                  </a:cubicBezTo>
                  <a:cubicBezTo>
                    <a:pt x="2973094" y="490958"/>
                    <a:pt x="2936115" y="456088"/>
                    <a:pt x="2897152" y="422607"/>
                  </a:cubicBezTo>
                  <a:cubicBezTo>
                    <a:pt x="2858189" y="389125"/>
                    <a:pt x="2817242" y="357495"/>
                    <a:pt x="2774491" y="327563"/>
                  </a:cubicBezTo>
                  <a:cubicBezTo>
                    <a:pt x="2731739" y="297630"/>
                    <a:pt x="2687545" y="269549"/>
                    <a:pt x="2641547" y="243165"/>
                  </a:cubicBezTo>
                  <a:cubicBezTo>
                    <a:pt x="2595549" y="216781"/>
                    <a:pt x="2548289" y="192711"/>
                    <a:pt x="2499585" y="170339"/>
                  </a:cubicBezTo>
                  <a:cubicBezTo>
                    <a:pt x="2450881" y="147966"/>
                    <a:pt x="2400915" y="127908"/>
                    <a:pt x="2350046" y="109856"/>
                  </a:cubicBezTo>
                  <a:cubicBezTo>
                    <a:pt x="2299178" y="91804"/>
                    <a:pt x="2247047" y="75912"/>
                    <a:pt x="2194194" y="62180"/>
                  </a:cubicBezTo>
                  <a:cubicBezTo>
                    <a:pt x="2141342" y="48448"/>
                    <a:pt x="2087768" y="37030"/>
                    <a:pt x="2033652" y="27773"/>
                  </a:cubicBezTo>
                  <a:cubicBezTo>
                    <a:pt x="1979537" y="18515"/>
                    <a:pt x="1924881" y="11572"/>
                    <a:pt x="1869864" y="6943"/>
                  </a:cubicBezTo>
                  <a:cubicBezTo>
                    <a:pt x="1814846" y="2314"/>
                    <a:pt x="1759829" y="0"/>
                    <a:pt x="170463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455" r="0" b="-845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58275" y="1512699"/>
            <a:ext cx="2447925" cy="2163951"/>
            <a:chOff x="0" y="0"/>
            <a:chExt cx="3263900" cy="28852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63900" cy="2885267"/>
            </a:xfrm>
            <a:custGeom>
              <a:avLst/>
              <a:gdLst/>
              <a:ahLst/>
              <a:cxnLst/>
              <a:rect r="r" b="b" t="t" l="l"/>
              <a:pathLst>
                <a:path h="2885267" w="3263900">
                  <a:moveTo>
                    <a:pt x="1623269" y="0"/>
                  </a:moveTo>
                  <a:cubicBezTo>
                    <a:pt x="1570144" y="0"/>
                    <a:pt x="1517019" y="2314"/>
                    <a:pt x="1464241" y="6943"/>
                  </a:cubicBezTo>
                  <a:cubicBezTo>
                    <a:pt x="1411463" y="11572"/>
                    <a:pt x="1358859" y="18515"/>
                    <a:pt x="1306602" y="27773"/>
                  </a:cubicBezTo>
                  <a:cubicBezTo>
                    <a:pt x="1254345" y="37030"/>
                    <a:pt x="1202956" y="48448"/>
                    <a:pt x="1152087" y="62180"/>
                  </a:cubicBezTo>
                  <a:cubicBezTo>
                    <a:pt x="1101219" y="75912"/>
                    <a:pt x="1051219" y="91804"/>
                    <a:pt x="1002087" y="109856"/>
                  </a:cubicBezTo>
                  <a:cubicBezTo>
                    <a:pt x="952955" y="127908"/>
                    <a:pt x="905038" y="148121"/>
                    <a:pt x="858163" y="170339"/>
                  </a:cubicBezTo>
                  <a:cubicBezTo>
                    <a:pt x="811287" y="192557"/>
                    <a:pt x="765801" y="216935"/>
                    <a:pt x="721530" y="243165"/>
                  </a:cubicBezTo>
                  <a:cubicBezTo>
                    <a:pt x="677259" y="269394"/>
                    <a:pt x="634724" y="297476"/>
                    <a:pt x="593578" y="327563"/>
                  </a:cubicBezTo>
                  <a:cubicBezTo>
                    <a:pt x="552432" y="357650"/>
                    <a:pt x="513196" y="389280"/>
                    <a:pt x="475522" y="422607"/>
                  </a:cubicBezTo>
                  <a:cubicBezTo>
                    <a:pt x="437849" y="455934"/>
                    <a:pt x="402258" y="490958"/>
                    <a:pt x="368578" y="527526"/>
                  </a:cubicBezTo>
                  <a:cubicBezTo>
                    <a:pt x="334897" y="564093"/>
                    <a:pt x="303300" y="601895"/>
                    <a:pt x="273612" y="641239"/>
                  </a:cubicBezTo>
                  <a:cubicBezTo>
                    <a:pt x="243924" y="680584"/>
                    <a:pt x="216841" y="721008"/>
                    <a:pt x="191667" y="762667"/>
                  </a:cubicBezTo>
                  <a:cubicBezTo>
                    <a:pt x="166494" y="804326"/>
                    <a:pt x="143924" y="847065"/>
                    <a:pt x="123612" y="890576"/>
                  </a:cubicBezTo>
                  <a:cubicBezTo>
                    <a:pt x="103299" y="934086"/>
                    <a:pt x="85417" y="978677"/>
                    <a:pt x="69966" y="1023884"/>
                  </a:cubicBezTo>
                  <a:cubicBezTo>
                    <a:pt x="54514" y="1069092"/>
                    <a:pt x="41667" y="1114917"/>
                    <a:pt x="31250" y="1161204"/>
                  </a:cubicBezTo>
                  <a:cubicBezTo>
                    <a:pt x="20833" y="1207492"/>
                    <a:pt x="13021" y="1254243"/>
                    <a:pt x="7813" y="1301302"/>
                  </a:cubicBezTo>
                  <a:cubicBezTo>
                    <a:pt x="2604" y="1348361"/>
                    <a:pt x="0" y="1395420"/>
                    <a:pt x="0" y="1442634"/>
                  </a:cubicBezTo>
                  <a:cubicBezTo>
                    <a:pt x="0" y="1489847"/>
                    <a:pt x="2604" y="1537061"/>
                    <a:pt x="7813" y="1583966"/>
                  </a:cubicBezTo>
                  <a:cubicBezTo>
                    <a:pt x="13021" y="1630870"/>
                    <a:pt x="20833" y="1677621"/>
                    <a:pt x="31250" y="1724063"/>
                  </a:cubicBezTo>
                  <a:cubicBezTo>
                    <a:pt x="41667" y="1770505"/>
                    <a:pt x="54514" y="1816176"/>
                    <a:pt x="69966" y="1861383"/>
                  </a:cubicBezTo>
                  <a:cubicBezTo>
                    <a:pt x="85417" y="1906591"/>
                    <a:pt x="103299" y="1951027"/>
                    <a:pt x="123612" y="1994692"/>
                  </a:cubicBezTo>
                  <a:cubicBezTo>
                    <a:pt x="143924" y="2038357"/>
                    <a:pt x="166667" y="2080941"/>
                    <a:pt x="191667" y="2122600"/>
                  </a:cubicBezTo>
                  <a:cubicBezTo>
                    <a:pt x="216667" y="2164259"/>
                    <a:pt x="244098" y="2204684"/>
                    <a:pt x="273612" y="2244028"/>
                  </a:cubicBezTo>
                  <a:cubicBezTo>
                    <a:pt x="303126" y="2283373"/>
                    <a:pt x="334723" y="2321175"/>
                    <a:pt x="368578" y="2357742"/>
                  </a:cubicBezTo>
                  <a:cubicBezTo>
                    <a:pt x="402432" y="2394309"/>
                    <a:pt x="438022" y="2429179"/>
                    <a:pt x="475522" y="2462661"/>
                  </a:cubicBezTo>
                  <a:cubicBezTo>
                    <a:pt x="513023" y="2496142"/>
                    <a:pt x="552432" y="2527772"/>
                    <a:pt x="593578" y="2557705"/>
                  </a:cubicBezTo>
                  <a:cubicBezTo>
                    <a:pt x="634724" y="2587638"/>
                    <a:pt x="677259" y="2615719"/>
                    <a:pt x="721530" y="2642103"/>
                  </a:cubicBezTo>
                  <a:cubicBezTo>
                    <a:pt x="765801" y="2668487"/>
                    <a:pt x="811287" y="2692556"/>
                    <a:pt x="858163" y="2714929"/>
                  </a:cubicBezTo>
                  <a:cubicBezTo>
                    <a:pt x="905038" y="2737301"/>
                    <a:pt x="953128" y="2757359"/>
                    <a:pt x="1002087" y="2775411"/>
                  </a:cubicBezTo>
                  <a:cubicBezTo>
                    <a:pt x="1051045" y="2793464"/>
                    <a:pt x="1101219" y="2809356"/>
                    <a:pt x="1152087" y="2823088"/>
                  </a:cubicBezTo>
                  <a:cubicBezTo>
                    <a:pt x="1202956" y="2836820"/>
                    <a:pt x="1254518" y="2848237"/>
                    <a:pt x="1306602" y="2857495"/>
                  </a:cubicBezTo>
                  <a:cubicBezTo>
                    <a:pt x="1358685" y="2866752"/>
                    <a:pt x="1411290" y="2873696"/>
                    <a:pt x="1464241" y="2878324"/>
                  </a:cubicBezTo>
                  <a:cubicBezTo>
                    <a:pt x="1517193" y="2882953"/>
                    <a:pt x="1570144" y="2885267"/>
                    <a:pt x="1623269" y="2885267"/>
                  </a:cubicBezTo>
                  <a:lnTo>
                    <a:pt x="1640631" y="2885267"/>
                  </a:lnTo>
                  <a:cubicBezTo>
                    <a:pt x="1693756" y="2885267"/>
                    <a:pt x="1746881" y="2882953"/>
                    <a:pt x="1799659" y="2878324"/>
                  </a:cubicBezTo>
                  <a:cubicBezTo>
                    <a:pt x="1852437" y="2873696"/>
                    <a:pt x="1905041" y="2866752"/>
                    <a:pt x="1957298" y="2857495"/>
                  </a:cubicBezTo>
                  <a:cubicBezTo>
                    <a:pt x="2009555" y="2848237"/>
                    <a:pt x="2060945" y="2836820"/>
                    <a:pt x="2111813" y="2823088"/>
                  </a:cubicBezTo>
                  <a:cubicBezTo>
                    <a:pt x="2162681" y="2809356"/>
                    <a:pt x="2212681" y="2793464"/>
                    <a:pt x="2261813" y="2775411"/>
                  </a:cubicBezTo>
                  <a:cubicBezTo>
                    <a:pt x="2310945" y="2757359"/>
                    <a:pt x="2358862" y="2737147"/>
                    <a:pt x="2405737" y="2714929"/>
                  </a:cubicBezTo>
                  <a:cubicBezTo>
                    <a:pt x="2452613" y="2692711"/>
                    <a:pt x="2498099" y="2668332"/>
                    <a:pt x="2542370" y="2642103"/>
                  </a:cubicBezTo>
                  <a:cubicBezTo>
                    <a:pt x="2586641" y="2615873"/>
                    <a:pt x="2629176" y="2587792"/>
                    <a:pt x="2670322" y="2557705"/>
                  </a:cubicBezTo>
                  <a:cubicBezTo>
                    <a:pt x="2711467" y="2527618"/>
                    <a:pt x="2750704" y="2495988"/>
                    <a:pt x="2788377" y="2462661"/>
                  </a:cubicBezTo>
                  <a:cubicBezTo>
                    <a:pt x="2826051" y="2429333"/>
                    <a:pt x="2861642" y="2394309"/>
                    <a:pt x="2895322" y="2357742"/>
                  </a:cubicBezTo>
                  <a:cubicBezTo>
                    <a:pt x="2929003" y="2321175"/>
                    <a:pt x="2960600" y="2283373"/>
                    <a:pt x="2990288" y="2244028"/>
                  </a:cubicBezTo>
                  <a:cubicBezTo>
                    <a:pt x="3019976" y="2204684"/>
                    <a:pt x="3047059" y="2164259"/>
                    <a:pt x="3072233" y="2122600"/>
                  </a:cubicBezTo>
                  <a:cubicBezTo>
                    <a:pt x="3097406" y="2080941"/>
                    <a:pt x="3119976" y="2038202"/>
                    <a:pt x="3140289" y="1994692"/>
                  </a:cubicBezTo>
                  <a:cubicBezTo>
                    <a:pt x="3160601" y="1951181"/>
                    <a:pt x="3178483" y="1906591"/>
                    <a:pt x="3193935" y="1861383"/>
                  </a:cubicBezTo>
                  <a:cubicBezTo>
                    <a:pt x="3209386" y="1816176"/>
                    <a:pt x="3222233" y="1770351"/>
                    <a:pt x="3232650" y="1724063"/>
                  </a:cubicBezTo>
                  <a:cubicBezTo>
                    <a:pt x="3243067" y="1677775"/>
                    <a:pt x="3250879" y="1631025"/>
                    <a:pt x="3256088" y="1583966"/>
                  </a:cubicBezTo>
                  <a:cubicBezTo>
                    <a:pt x="3261296" y="1536906"/>
                    <a:pt x="3263900" y="1489847"/>
                    <a:pt x="3263900" y="1442634"/>
                  </a:cubicBezTo>
                  <a:cubicBezTo>
                    <a:pt x="3263900" y="1395420"/>
                    <a:pt x="3261296" y="1348207"/>
                    <a:pt x="3256088" y="1301302"/>
                  </a:cubicBezTo>
                  <a:cubicBezTo>
                    <a:pt x="3250879" y="1254397"/>
                    <a:pt x="3243067" y="1207646"/>
                    <a:pt x="3232650" y="1161204"/>
                  </a:cubicBezTo>
                  <a:cubicBezTo>
                    <a:pt x="3222233" y="1114762"/>
                    <a:pt x="3209386" y="1069092"/>
                    <a:pt x="3193935" y="1023884"/>
                  </a:cubicBezTo>
                  <a:cubicBezTo>
                    <a:pt x="3178483" y="978677"/>
                    <a:pt x="3160601" y="934240"/>
                    <a:pt x="3140289" y="890576"/>
                  </a:cubicBezTo>
                  <a:cubicBezTo>
                    <a:pt x="3119976" y="846911"/>
                    <a:pt x="3097233" y="804326"/>
                    <a:pt x="3072233" y="762667"/>
                  </a:cubicBezTo>
                  <a:cubicBezTo>
                    <a:pt x="3047233" y="721008"/>
                    <a:pt x="3019802" y="680584"/>
                    <a:pt x="2990288" y="641239"/>
                  </a:cubicBezTo>
                  <a:cubicBezTo>
                    <a:pt x="2960774" y="601895"/>
                    <a:pt x="2929177" y="564093"/>
                    <a:pt x="2895322" y="527526"/>
                  </a:cubicBezTo>
                  <a:cubicBezTo>
                    <a:pt x="2861468" y="490958"/>
                    <a:pt x="2825878" y="456088"/>
                    <a:pt x="2788377" y="422607"/>
                  </a:cubicBezTo>
                  <a:cubicBezTo>
                    <a:pt x="2750877" y="389125"/>
                    <a:pt x="2711467" y="357495"/>
                    <a:pt x="2670322" y="327563"/>
                  </a:cubicBezTo>
                  <a:cubicBezTo>
                    <a:pt x="2629176" y="297630"/>
                    <a:pt x="2586641" y="269549"/>
                    <a:pt x="2542370" y="243165"/>
                  </a:cubicBezTo>
                  <a:cubicBezTo>
                    <a:pt x="2498099" y="216781"/>
                    <a:pt x="2452613" y="192711"/>
                    <a:pt x="2405737" y="170339"/>
                  </a:cubicBezTo>
                  <a:cubicBezTo>
                    <a:pt x="2358862" y="147966"/>
                    <a:pt x="2310772" y="127908"/>
                    <a:pt x="2261813" y="109856"/>
                  </a:cubicBezTo>
                  <a:cubicBezTo>
                    <a:pt x="2212855" y="91804"/>
                    <a:pt x="2162681" y="75912"/>
                    <a:pt x="2111813" y="62180"/>
                  </a:cubicBezTo>
                  <a:cubicBezTo>
                    <a:pt x="2060945" y="48448"/>
                    <a:pt x="2009382" y="37030"/>
                    <a:pt x="1957298" y="27773"/>
                  </a:cubicBezTo>
                  <a:cubicBezTo>
                    <a:pt x="1905215" y="18515"/>
                    <a:pt x="1852611" y="11572"/>
                    <a:pt x="1799659" y="6943"/>
                  </a:cubicBezTo>
                  <a:cubicBezTo>
                    <a:pt x="1746708" y="2314"/>
                    <a:pt x="1693756" y="0"/>
                    <a:pt x="164063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6260" r="0" b="-626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82275" y="247913"/>
            <a:ext cx="4220528" cy="78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9"/>
              </a:lnSpc>
            </a:pPr>
            <a:r>
              <a:rPr lang="en-US" b="true" sz="452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Target Audience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1769" y="3660057"/>
            <a:ext cx="2658368" cy="200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4"/>
              </a:lnSpc>
            </a:pPr>
            <a:r>
              <a:rPr lang="en-US" sz="211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🏘</a:t>
            </a:r>
            <a:r>
              <a:rPr lang="en-US" b="true" sz="211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Rural Population </a:t>
            </a:r>
            <a:r>
              <a:rPr lang="en-US" sz="211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Areas with limited </a:t>
            </a:r>
          </a:p>
          <a:p>
            <a:pPr algn="l">
              <a:lnSpc>
                <a:spcPts val="2046"/>
              </a:lnSpc>
            </a:pPr>
            <a:r>
              <a:rPr lang="en-US" sz="211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healthcare access and </a:t>
            </a:r>
          </a:p>
          <a:p>
            <a:pPr algn="l">
              <a:lnSpc>
                <a:spcPts val="4602"/>
              </a:lnSpc>
            </a:pPr>
            <a:r>
              <a:rPr lang="en-US" sz="211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infrastructure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65578" y="3660057"/>
            <a:ext cx="2394989" cy="195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20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👴</a:t>
            </a:r>
            <a:r>
              <a:rPr lang="en-US" b="true" sz="209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Senior Citizens </a:t>
            </a:r>
            <a:r>
              <a:rPr lang="en-US" sz="209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60+ age group </a:t>
            </a:r>
          </a:p>
          <a:p>
            <a:pPr algn="l">
              <a:lnSpc>
                <a:spcPts val="2031"/>
              </a:lnSpc>
            </a:pPr>
            <a:r>
              <a:rPr lang="en-US" sz="209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uncomfortable with </a:t>
            </a:r>
          </a:p>
          <a:p>
            <a:pPr algn="l">
              <a:lnSpc>
                <a:spcPts val="4569"/>
              </a:lnSpc>
            </a:pPr>
            <a:r>
              <a:rPr lang="en-US" sz="209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complex technology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2517" y="3783882"/>
            <a:ext cx="2872870" cy="1885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11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󰔡</a:t>
            </a:r>
            <a:r>
              <a:rPr lang="en-US" b="true" sz="2114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General Patients </a:t>
            </a:r>
            <a:r>
              <a:rPr lang="en-US" sz="211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People who want to understand their health </a:t>
            </a:r>
          </a:p>
          <a:p>
            <a:pPr algn="l">
              <a:lnSpc>
                <a:spcPts val="1875"/>
              </a:lnSpc>
            </a:pPr>
            <a:r>
              <a:rPr lang="en-US" sz="211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information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25305" y="3860082"/>
            <a:ext cx="2611666" cy="204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06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🏥</a:t>
            </a:r>
            <a:r>
              <a:rPr lang="en-US" b="true" sz="206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Healthcare Workers</a:t>
            </a:r>
          </a:p>
          <a:p>
            <a:pPr algn="l" rtl="true">
              <a:lnSpc>
                <a:spcPts val="2617"/>
              </a:lnSpc>
            </a:pPr>
          </a:p>
          <a:p>
            <a:pPr algn="l">
              <a:lnSpc>
                <a:spcPts val="2617"/>
              </a:lnSpc>
            </a:pPr>
            <a:r>
              <a:rPr lang="en-US" sz="206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Providing basic health guidance in remote </a:t>
            </a:r>
          </a:p>
          <a:p>
            <a:pPr algn="l">
              <a:lnSpc>
                <a:spcPts val="3906"/>
              </a:lnSpc>
            </a:pPr>
            <a:r>
              <a:rPr lang="en-US" sz="2061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areas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0" y="0"/>
            <a:ext cx="4572000" cy="6858000"/>
            <a:chOff x="0" y="0"/>
            <a:chExt cx="609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3722" y="1393822"/>
            <a:ext cx="6432547" cy="4775197"/>
          </a:xfrm>
          <a:custGeom>
            <a:avLst/>
            <a:gdLst/>
            <a:ahLst/>
            <a:cxnLst/>
            <a:rect r="r" b="b" t="t" l="l"/>
            <a:pathLst>
              <a:path h="4775197" w="6432547">
                <a:moveTo>
                  <a:pt x="0" y="0"/>
                </a:moveTo>
                <a:lnTo>
                  <a:pt x="6432547" y="0"/>
                </a:lnTo>
                <a:lnTo>
                  <a:pt x="6432547" y="4775197"/>
                </a:lnTo>
                <a:lnTo>
                  <a:pt x="0" y="47751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5294" y="368598"/>
            <a:ext cx="2943344" cy="68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b="true" sz="4062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Benefits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8014" y="1512925"/>
            <a:ext cx="499110" cy="4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⏱</a:t>
            </a:r>
            <a:r>
              <a:rPr lang="en-US" b="true" sz="2580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8014" y="3855183"/>
            <a:ext cx="479822" cy="43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3"/>
              </a:lnSpc>
            </a:pPr>
            <a:r>
              <a:rPr lang="en-US" sz="24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♿</a:t>
            </a:r>
            <a:r>
              <a:rPr lang="en-US" b="true" sz="2480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8014" y="2652340"/>
            <a:ext cx="479822" cy="43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3"/>
              </a:lnSpc>
            </a:pPr>
            <a:r>
              <a:rPr lang="en-US" sz="24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📖</a:t>
            </a:r>
            <a:r>
              <a:rPr lang="en-US" b="true" sz="2480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907" y="5254950"/>
            <a:ext cx="5211723" cy="66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3"/>
              </a:lnSpc>
            </a:pPr>
            <a:r>
              <a:rPr lang="en-US" b="true" sz="1980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l">
              <a:lnSpc>
                <a:spcPts val="2624"/>
              </a:lnSpc>
            </a:pPr>
            <a:r>
              <a:rPr lang="en-US" sz="187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Encrypted, secure patient data storage at all times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7723" y="1548399"/>
            <a:ext cx="2103110" cy="38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b="true" sz="227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Time-Saving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7124" y="3881218"/>
            <a:ext cx="1607225" cy="38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b="true" sz="228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Accessibility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569" y="5168326"/>
            <a:ext cx="2362200" cy="38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b="true" sz="228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Privacy &amp; Security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9042" y="5703999"/>
            <a:ext cx="31613" cy="22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7124" y="2606138"/>
            <a:ext cx="2569131" cy="38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b="true" sz="228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Easy Understanding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8014" y="4437174"/>
            <a:ext cx="4733806" cy="33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96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Voice feature for illiterate and elderly users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8014" y="3160824"/>
            <a:ext cx="5583989" cy="32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6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Medical terms explained in plain, simple language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8014" y="2063013"/>
            <a:ext cx="5890422" cy="32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6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Instant analysis — no waiting for a doctor's appointment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0716" y="5129092"/>
            <a:ext cx="334597" cy="79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25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🔒</a:t>
            </a:r>
            <a:r>
              <a:rPr lang="en-US" b="true" sz="2580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l">
              <a:lnSpc>
                <a:spcPts val="261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5573" y="206940"/>
            <a:ext cx="4980384" cy="69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b="true" sz="402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Future Enhancements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5759" y="1974132"/>
            <a:ext cx="4710208" cy="121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2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🌐 </a:t>
            </a:r>
            <a:r>
              <a:rPr lang="en-US" b="true" sz="22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l">
              <a:lnSpc>
                <a:spcPts val="3045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Regional languages including Marathi, Tamil, Telugu, and more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5759" y="3555282"/>
            <a:ext cx="295037" cy="39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󰞯</a:t>
            </a:r>
            <a:r>
              <a:rPr lang="en-US" b="true" sz="22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5759" y="4793532"/>
            <a:ext cx="3593802" cy="107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📱</a:t>
            </a:r>
            <a:r>
              <a:rPr lang="en-US" b="true" sz="22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l">
              <a:lnSpc>
                <a:spcPts val="2643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Launch on iOS and Android for wider reach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50278" y="2021757"/>
            <a:ext cx="437078" cy="39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🏥</a:t>
            </a:r>
            <a:r>
              <a:rPr lang="en-US" b="true" sz="22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0278" y="3260007"/>
            <a:ext cx="437078" cy="39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📊</a:t>
            </a:r>
            <a:r>
              <a:rPr lang="en-US" b="true" sz="22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50278" y="4498257"/>
            <a:ext cx="437078" cy="39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🤖</a:t>
            </a:r>
            <a:r>
              <a:rPr lang="en-US" b="true" sz="2259">
                <a:solidFill>
                  <a:srgbClr val="4A4A4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5573" y="4845520"/>
            <a:ext cx="2384941" cy="34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Mobile App Version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5573" y="3607270"/>
            <a:ext cx="2401014" cy="34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Doctor Chat Feature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5573" y="2073745"/>
            <a:ext cx="2957632" cy="34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 </a:t>
            </a: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Multi-Language Support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90092" y="4550245"/>
            <a:ext cx="1612821" cy="34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 </a:t>
            </a: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Advanced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62665" y="3311995"/>
            <a:ext cx="1980009" cy="34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 </a:t>
            </a: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Health Tracking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62665" y="2073745"/>
            <a:ext cx="2487259" cy="34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 </a:t>
            </a:r>
            <a:r>
              <a:rPr lang="en-US" b="true" sz="205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Hospital Integration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5759" y="4132069"/>
            <a:ext cx="4986218" cy="3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Direct consultation with verified doctors in-app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50278" y="5046469"/>
            <a:ext cx="3465709" cy="72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Predictive health analysis and preventive 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50278" y="3827269"/>
            <a:ext cx="5241722" cy="6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Long-term health records and progress monitoring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50278" y="2589019"/>
            <a:ext cx="5241722" cy="6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Direct access to hospital records and patient history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722" y="5622922"/>
            <a:ext cx="11004547" cy="755647"/>
            <a:chOff x="0" y="0"/>
            <a:chExt cx="11004550" cy="755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877550" cy="628650"/>
            </a:xfrm>
            <a:custGeom>
              <a:avLst/>
              <a:gdLst/>
              <a:ahLst/>
              <a:cxnLst/>
              <a:rect r="r" b="b" t="t" l="l"/>
              <a:pathLst>
                <a:path h="628650" w="10877550">
                  <a:moveTo>
                    <a:pt x="0" y="607441"/>
                  </a:move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cubicBezTo>
                    <a:pt x="2794" y="10541"/>
                    <a:pt x="4318" y="8128"/>
                    <a:pt x="6223" y="6223"/>
                  </a:cubicBezTo>
                  <a:cubicBezTo>
                    <a:pt x="8128" y="4318"/>
                    <a:pt x="10541" y="2667"/>
                    <a:pt x="13081" y="1651"/>
                  </a:cubicBezTo>
                  <a:cubicBezTo>
                    <a:pt x="15621" y="635"/>
                    <a:pt x="18415" y="0"/>
                    <a:pt x="21209" y="0"/>
                  </a:cubicBezTo>
                  <a:lnTo>
                    <a:pt x="10856341" y="0"/>
                  </a:lnTo>
                  <a:cubicBezTo>
                    <a:pt x="10859135" y="0"/>
                    <a:pt x="10861929" y="508"/>
                    <a:pt x="10864469" y="1651"/>
                  </a:cubicBezTo>
                  <a:cubicBezTo>
                    <a:pt x="10867010" y="2794"/>
                    <a:pt x="10869423" y="4318"/>
                    <a:pt x="10871327" y="6223"/>
                  </a:cubicBezTo>
                  <a:cubicBezTo>
                    <a:pt x="10873232" y="8128"/>
                    <a:pt x="10874883" y="10541"/>
                    <a:pt x="10875899" y="13081"/>
                  </a:cubicBezTo>
                  <a:cubicBezTo>
                    <a:pt x="10876915" y="15621"/>
                    <a:pt x="10877550" y="18415"/>
                    <a:pt x="10877550" y="21209"/>
                  </a:cubicBezTo>
                  <a:lnTo>
                    <a:pt x="10877550" y="607441"/>
                  </a:lnTo>
                  <a:cubicBezTo>
                    <a:pt x="10877550" y="610235"/>
                    <a:pt x="10877042" y="613029"/>
                    <a:pt x="10875899" y="615569"/>
                  </a:cubicBezTo>
                  <a:cubicBezTo>
                    <a:pt x="10874756" y="618109"/>
                    <a:pt x="10873232" y="620522"/>
                    <a:pt x="10871327" y="622427"/>
                  </a:cubicBezTo>
                  <a:cubicBezTo>
                    <a:pt x="10869423" y="624332"/>
                    <a:pt x="10867010" y="625983"/>
                    <a:pt x="10864469" y="626999"/>
                  </a:cubicBezTo>
                  <a:cubicBezTo>
                    <a:pt x="10861929" y="628015"/>
                    <a:pt x="10859135" y="628650"/>
                    <a:pt x="10856341" y="628650"/>
                  </a:cubicBezTo>
                  <a:lnTo>
                    <a:pt x="21209" y="628650"/>
                  </a:lnTo>
                  <a:cubicBezTo>
                    <a:pt x="18415" y="628650"/>
                    <a:pt x="15621" y="628142"/>
                    <a:pt x="13081" y="626999"/>
                  </a:cubicBezTo>
                  <a:cubicBezTo>
                    <a:pt x="10541" y="625856"/>
                    <a:pt x="8128" y="624332"/>
                    <a:pt x="6223" y="622427"/>
                  </a:cubicBezTo>
                  <a:cubicBezTo>
                    <a:pt x="4318" y="620522"/>
                    <a:pt x="2667" y="618109"/>
                    <a:pt x="1651" y="615569"/>
                  </a:cubicBezTo>
                  <a:cubicBezTo>
                    <a:pt x="635" y="613029"/>
                    <a:pt x="0" y="610235"/>
                    <a:pt x="0" y="607441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56159" y="273050"/>
              <a:ext cx="170180" cy="170180"/>
            </a:xfrm>
            <a:custGeom>
              <a:avLst/>
              <a:gdLst/>
              <a:ahLst/>
              <a:cxnLst/>
              <a:rect r="r" b="b" t="t" l="l"/>
              <a:pathLst>
                <a:path h="170180" w="170180">
                  <a:moveTo>
                    <a:pt x="85090" y="16002"/>
                  </a:moveTo>
                  <a:cubicBezTo>
                    <a:pt x="89662" y="16002"/>
                    <a:pt x="94107" y="16383"/>
                    <a:pt x="98552" y="17272"/>
                  </a:cubicBezTo>
                  <a:cubicBezTo>
                    <a:pt x="102997" y="18161"/>
                    <a:pt x="107315" y="19431"/>
                    <a:pt x="111506" y="21209"/>
                  </a:cubicBezTo>
                  <a:cubicBezTo>
                    <a:pt x="115697" y="22987"/>
                    <a:pt x="119634" y="25019"/>
                    <a:pt x="123444" y="27559"/>
                  </a:cubicBezTo>
                  <a:cubicBezTo>
                    <a:pt x="127254" y="30099"/>
                    <a:pt x="130683" y="32893"/>
                    <a:pt x="133858" y="36195"/>
                  </a:cubicBezTo>
                  <a:cubicBezTo>
                    <a:pt x="137033" y="39497"/>
                    <a:pt x="139954" y="42926"/>
                    <a:pt x="142494" y="46609"/>
                  </a:cubicBezTo>
                  <a:cubicBezTo>
                    <a:pt x="145034" y="50292"/>
                    <a:pt x="147193" y="54356"/>
                    <a:pt x="148844" y="58547"/>
                  </a:cubicBezTo>
                  <a:cubicBezTo>
                    <a:pt x="150495" y="62738"/>
                    <a:pt x="151892" y="67056"/>
                    <a:pt x="152781" y="71501"/>
                  </a:cubicBezTo>
                  <a:cubicBezTo>
                    <a:pt x="153670" y="75946"/>
                    <a:pt x="154051" y="80391"/>
                    <a:pt x="154051" y="84963"/>
                  </a:cubicBezTo>
                  <a:cubicBezTo>
                    <a:pt x="154051" y="89535"/>
                    <a:pt x="153670" y="93980"/>
                    <a:pt x="152781" y="98425"/>
                  </a:cubicBezTo>
                  <a:cubicBezTo>
                    <a:pt x="151892" y="102870"/>
                    <a:pt x="150622" y="107188"/>
                    <a:pt x="148844" y="111379"/>
                  </a:cubicBezTo>
                  <a:cubicBezTo>
                    <a:pt x="147066" y="115570"/>
                    <a:pt x="145034" y="119507"/>
                    <a:pt x="142494" y="123317"/>
                  </a:cubicBezTo>
                  <a:cubicBezTo>
                    <a:pt x="139954" y="127127"/>
                    <a:pt x="137160" y="130556"/>
                    <a:pt x="133858" y="133731"/>
                  </a:cubicBezTo>
                  <a:cubicBezTo>
                    <a:pt x="130556" y="136906"/>
                    <a:pt x="127127" y="139827"/>
                    <a:pt x="123444" y="142367"/>
                  </a:cubicBezTo>
                  <a:cubicBezTo>
                    <a:pt x="119761" y="144907"/>
                    <a:pt x="115697" y="147066"/>
                    <a:pt x="111506" y="148717"/>
                  </a:cubicBezTo>
                  <a:cubicBezTo>
                    <a:pt x="107315" y="150368"/>
                    <a:pt x="102997" y="151765"/>
                    <a:pt x="98552" y="152654"/>
                  </a:cubicBezTo>
                  <a:cubicBezTo>
                    <a:pt x="94107" y="153543"/>
                    <a:pt x="89662" y="153924"/>
                    <a:pt x="85090" y="153924"/>
                  </a:cubicBezTo>
                  <a:cubicBezTo>
                    <a:pt x="80518" y="153924"/>
                    <a:pt x="76073" y="153543"/>
                    <a:pt x="71628" y="152654"/>
                  </a:cubicBezTo>
                  <a:cubicBezTo>
                    <a:pt x="67183" y="151765"/>
                    <a:pt x="62865" y="150495"/>
                    <a:pt x="58674" y="148717"/>
                  </a:cubicBezTo>
                  <a:cubicBezTo>
                    <a:pt x="54483" y="146939"/>
                    <a:pt x="50546" y="144907"/>
                    <a:pt x="46736" y="142367"/>
                  </a:cubicBezTo>
                  <a:cubicBezTo>
                    <a:pt x="42926" y="139827"/>
                    <a:pt x="39497" y="137033"/>
                    <a:pt x="36322" y="133731"/>
                  </a:cubicBezTo>
                  <a:cubicBezTo>
                    <a:pt x="33147" y="130429"/>
                    <a:pt x="30226" y="127000"/>
                    <a:pt x="27686" y="123317"/>
                  </a:cubicBezTo>
                  <a:cubicBezTo>
                    <a:pt x="25146" y="119634"/>
                    <a:pt x="22987" y="115570"/>
                    <a:pt x="21336" y="111379"/>
                  </a:cubicBezTo>
                  <a:cubicBezTo>
                    <a:pt x="19685" y="107188"/>
                    <a:pt x="18288" y="102870"/>
                    <a:pt x="17399" y="98425"/>
                  </a:cubicBezTo>
                  <a:cubicBezTo>
                    <a:pt x="16510" y="93980"/>
                    <a:pt x="16129" y="89535"/>
                    <a:pt x="16129" y="84963"/>
                  </a:cubicBezTo>
                  <a:cubicBezTo>
                    <a:pt x="16129" y="80391"/>
                    <a:pt x="16510" y="75946"/>
                    <a:pt x="17399" y="71501"/>
                  </a:cubicBezTo>
                  <a:cubicBezTo>
                    <a:pt x="18288" y="67056"/>
                    <a:pt x="19558" y="62738"/>
                    <a:pt x="21336" y="58547"/>
                  </a:cubicBezTo>
                  <a:cubicBezTo>
                    <a:pt x="23114" y="54356"/>
                    <a:pt x="25146" y="50419"/>
                    <a:pt x="27686" y="46609"/>
                  </a:cubicBezTo>
                  <a:cubicBezTo>
                    <a:pt x="30226" y="42799"/>
                    <a:pt x="33020" y="39370"/>
                    <a:pt x="36322" y="36195"/>
                  </a:cubicBezTo>
                  <a:cubicBezTo>
                    <a:pt x="39624" y="33020"/>
                    <a:pt x="43053" y="30099"/>
                    <a:pt x="46736" y="27559"/>
                  </a:cubicBezTo>
                  <a:cubicBezTo>
                    <a:pt x="50419" y="25019"/>
                    <a:pt x="54483" y="22860"/>
                    <a:pt x="58674" y="21209"/>
                  </a:cubicBezTo>
                  <a:cubicBezTo>
                    <a:pt x="62865" y="19558"/>
                    <a:pt x="67183" y="18161"/>
                    <a:pt x="71628" y="17272"/>
                  </a:cubicBezTo>
                  <a:cubicBezTo>
                    <a:pt x="76073" y="16383"/>
                    <a:pt x="80518" y="16002"/>
                    <a:pt x="85090" y="16002"/>
                  </a:cubicBezTo>
                  <a:close/>
                  <a:moveTo>
                    <a:pt x="85090" y="170180"/>
                  </a:moveTo>
                  <a:cubicBezTo>
                    <a:pt x="90678" y="170180"/>
                    <a:pt x="96266" y="169672"/>
                    <a:pt x="101727" y="168529"/>
                  </a:cubicBezTo>
                  <a:cubicBezTo>
                    <a:pt x="107188" y="167386"/>
                    <a:pt x="112522" y="165862"/>
                    <a:pt x="117729" y="163703"/>
                  </a:cubicBezTo>
                  <a:cubicBezTo>
                    <a:pt x="122936" y="161544"/>
                    <a:pt x="127762" y="159004"/>
                    <a:pt x="132461" y="155829"/>
                  </a:cubicBezTo>
                  <a:cubicBezTo>
                    <a:pt x="137160" y="152654"/>
                    <a:pt x="141351" y="149225"/>
                    <a:pt x="145288" y="145288"/>
                  </a:cubicBezTo>
                  <a:cubicBezTo>
                    <a:pt x="149225" y="141351"/>
                    <a:pt x="152781" y="137033"/>
                    <a:pt x="155829" y="132461"/>
                  </a:cubicBezTo>
                  <a:cubicBezTo>
                    <a:pt x="158877" y="127889"/>
                    <a:pt x="161544" y="122936"/>
                    <a:pt x="163703" y="117729"/>
                  </a:cubicBezTo>
                  <a:cubicBezTo>
                    <a:pt x="165862" y="112522"/>
                    <a:pt x="167513" y="107188"/>
                    <a:pt x="168529" y="101727"/>
                  </a:cubicBezTo>
                  <a:cubicBezTo>
                    <a:pt x="169545" y="96266"/>
                    <a:pt x="170180" y="90678"/>
                    <a:pt x="170180" y="85090"/>
                  </a:cubicBezTo>
                  <a:cubicBezTo>
                    <a:pt x="170180" y="79502"/>
                    <a:pt x="169672" y="73914"/>
                    <a:pt x="168529" y="68453"/>
                  </a:cubicBezTo>
                  <a:cubicBezTo>
                    <a:pt x="167386" y="62992"/>
                    <a:pt x="165862" y="57658"/>
                    <a:pt x="163703" y="52451"/>
                  </a:cubicBezTo>
                  <a:cubicBezTo>
                    <a:pt x="161544" y="47244"/>
                    <a:pt x="159004" y="42418"/>
                    <a:pt x="155829" y="37719"/>
                  </a:cubicBezTo>
                  <a:cubicBezTo>
                    <a:pt x="152654" y="33020"/>
                    <a:pt x="149225" y="28829"/>
                    <a:pt x="145288" y="24892"/>
                  </a:cubicBezTo>
                  <a:cubicBezTo>
                    <a:pt x="141351" y="20955"/>
                    <a:pt x="137033" y="17399"/>
                    <a:pt x="132461" y="14351"/>
                  </a:cubicBezTo>
                  <a:cubicBezTo>
                    <a:pt x="127889" y="11303"/>
                    <a:pt x="122936" y="8636"/>
                    <a:pt x="117729" y="6477"/>
                  </a:cubicBezTo>
                  <a:cubicBezTo>
                    <a:pt x="112522" y="4318"/>
                    <a:pt x="107188" y="2667"/>
                    <a:pt x="101727" y="1651"/>
                  </a:cubicBezTo>
                  <a:cubicBezTo>
                    <a:pt x="96266" y="635"/>
                    <a:pt x="90678" y="0"/>
                    <a:pt x="85090" y="0"/>
                  </a:cubicBezTo>
                  <a:cubicBezTo>
                    <a:pt x="79502" y="0"/>
                    <a:pt x="73914" y="508"/>
                    <a:pt x="68453" y="1651"/>
                  </a:cubicBezTo>
                  <a:cubicBezTo>
                    <a:pt x="62992" y="2794"/>
                    <a:pt x="57658" y="4318"/>
                    <a:pt x="52451" y="6477"/>
                  </a:cubicBezTo>
                  <a:cubicBezTo>
                    <a:pt x="47244" y="8636"/>
                    <a:pt x="42418" y="11176"/>
                    <a:pt x="37719" y="14351"/>
                  </a:cubicBezTo>
                  <a:cubicBezTo>
                    <a:pt x="33020" y="17526"/>
                    <a:pt x="28829" y="20955"/>
                    <a:pt x="24892" y="24892"/>
                  </a:cubicBezTo>
                  <a:cubicBezTo>
                    <a:pt x="20955" y="28829"/>
                    <a:pt x="17399" y="33147"/>
                    <a:pt x="14351" y="37719"/>
                  </a:cubicBezTo>
                  <a:cubicBezTo>
                    <a:pt x="11303" y="42291"/>
                    <a:pt x="8636" y="47244"/>
                    <a:pt x="6477" y="52451"/>
                  </a:cubicBezTo>
                  <a:cubicBezTo>
                    <a:pt x="4318" y="57658"/>
                    <a:pt x="2667" y="62992"/>
                    <a:pt x="1651" y="68453"/>
                  </a:cubicBezTo>
                  <a:cubicBezTo>
                    <a:pt x="635" y="73914"/>
                    <a:pt x="0" y="79502"/>
                    <a:pt x="0" y="85090"/>
                  </a:cubicBezTo>
                  <a:cubicBezTo>
                    <a:pt x="0" y="90678"/>
                    <a:pt x="508" y="96266"/>
                    <a:pt x="1651" y="101727"/>
                  </a:cubicBezTo>
                  <a:cubicBezTo>
                    <a:pt x="2794" y="107188"/>
                    <a:pt x="4318" y="112522"/>
                    <a:pt x="6477" y="117729"/>
                  </a:cubicBezTo>
                  <a:cubicBezTo>
                    <a:pt x="8636" y="122936"/>
                    <a:pt x="11176" y="127762"/>
                    <a:pt x="14351" y="132461"/>
                  </a:cubicBezTo>
                  <a:cubicBezTo>
                    <a:pt x="17526" y="137160"/>
                    <a:pt x="20955" y="141351"/>
                    <a:pt x="24892" y="145288"/>
                  </a:cubicBezTo>
                  <a:cubicBezTo>
                    <a:pt x="28829" y="149225"/>
                    <a:pt x="33147" y="152781"/>
                    <a:pt x="37719" y="155829"/>
                  </a:cubicBezTo>
                  <a:cubicBezTo>
                    <a:pt x="42291" y="158877"/>
                    <a:pt x="47244" y="161544"/>
                    <a:pt x="52451" y="163703"/>
                  </a:cubicBezTo>
                  <a:cubicBezTo>
                    <a:pt x="57658" y="165862"/>
                    <a:pt x="62992" y="167513"/>
                    <a:pt x="68453" y="168529"/>
                  </a:cubicBezTo>
                  <a:cubicBezTo>
                    <a:pt x="73914" y="169545"/>
                    <a:pt x="79502" y="170180"/>
                    <a:pt x="85090" y="170180"/>
                  </a:cubicBezTo>
                  <a:close/>
                  <a:moveTo>
                    <a:pt x="122682" y="69469"/>
                  </a:moveTo>
                  <a:cubicBezTo>
                    <a:pt x="125857" y="66294"/>
                    <a:pt x="125857" y="61341"/>
                    <a:pt x="122682" y="58166"/>
                  </a:cubicBezTo>
                  <a:cubicBezTo>
                    <a:pt x="119507" y="54991"/>
                    <a:pt x="114554" y="54991"/>
                    <a:pt x="111379" y="58166"/>
                  </a:cubicBezTo>
                  <a:lnTo>
                    <a:pt x="74549" y="94996"/>
                  </a:lnTo>
                  <a:lnTo>
                    <a:pt x="58928" y="79375"/>
                  </a:lnTo>
                  <a:cubicBezTo>
                    <a:pt x="55753" y="76200"/>
                    <a:pt x="50800" y="76200"/>
                    <a:pt x="47625" y="79375"/>
                  </a:cubicBezTo>
                  <a:cubicBezTo>
                    <a:pt x="44450" y="82550"/>
                    <a:pt x="44450" y="87503"/>
                    <a:pt x="47625" y="90678"/>
                  </a:cubicBezTo>
                  <a:lnTo>
                    <a:pt x="68834" y="111887"/>
                  </a:lnTo>
                  <a:cubicBezTo>
                    <a:pt x="72009" y="115062"/>
                    <a:pt x="76962" y="115062"/>
                    <a:pt x="80137" y="111887"/>
                  </a:cubicBezTo>
                  <a:lnTo>
                    <a:pt x="122682" y="69342"/>
                  </a:lnTo>
                  <a:close/>
                </a:path>
              </a:pathLst>
            </a:custGeom>
            <a:solidFill>
              <a:srgbClr val="0085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47516" y="1317622"/>
            <a:ext cx="1496959" cy="4260847"/>
            <a:chOff x="0" y="0"/>
            <a:chExt cx="1496962" cy="42608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39012" y="63500"/>
              <a:ext cx="19050" cy="4133850"/>
            </a:xfrm>
            <a:custGeom>
              <a:avLst/>
              <a:gdLst/>
              <a:ahLst/>
              <a:cxnLst/>
              <a:rect r="r" b="b" t="t" l="l"/>
              <a:pathLst>
                <a:path h="4133850" w="19050">
                  <a:moveTo>
                    <a:pt x="0" y="4124325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4124325"/>
                  </a:lnTo>
                  <a:cubicBezTo>
                    <a:pt x="19050" y="4126992"/>
                    <a:pt x="18161" y="4129151"/>
                    <a:pt x="16256" y="4131056"/>
                  </a:cubicBezTo>
                  <a:cubicBezTo>
                    <a:pt x="14351" y="4132961"/>
                    <a:pt x="12192" y="4133850"/>
                    <a:pt x="9525" y="4133850"/>
                  </a:cubicBezTo>
                  <a:cubicBezTo>
                    <a:pt x="6858" y="4133850"/>
                    <a:pt x="4699" y="4132961"/>
                    <a:pt x="2794" y="4131056"/>
                  </a:cubicBezTo>
                  <a:cubicBezTo>
                    <a:pt x="889" y="4129151"/>
                    <a:pt x="0" y="4126992"/>
                    <a:pt x="0" y="412432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244475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58800" y="6350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359791"/>
                  </a:move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cubicBezTo>
                    <a:pt x="2794" y="10541"/>
                    <a:pt x="4318" y="8128"/>
                    <a:pt x="6223" y="6223"/>
                  </a:cubicBezTo>
                  <a:cubicBezTo>
                    <a:pt x="8128" y="4318"/>
                    <a:pt x="10541" y="2667"/>
                    <a:pt x="13081" y="1651"/>
                  </a:cubicBezTo>
                  <a:cubicBezTo>
                    <a:pt x="15621" y="635"/>
                    <a:pt x="18415" y="0"/>
                    <a:pt x="21209" y="0"/>
                  </a:cubicBezTo>
                  <a:lnTo>
                    <a:pt x="359790" y="0"/>
                  </a:lnTo>
                  <a:cubicBezTo>
                    <a:pt x="362584" y="0"/>
                    <a:pt x="365378" y="508"/>
                    <a:pt x="367918" y="1651"/>
                  </a:cubicBezTo>
                  <a:cubicBezTo>
                    <a:pt x="370458" y="2794"/>
                    <a:pt x="372871" y="4318"/>
                    <a:pt x="374776" y="6223"/>
                  </a:cubicBezTo>
                  <a:cubicBezTo>
                    <a:pt x="376681" y="8128"/>
                    <a:pt x="378332" y="10541"/>
                    <a:pt x="379348" y="13081"/>
                  </a:cubicBezTo>
                  <a:cubicBezTo>
                    <a:pt x="380364" y="15621"/>
                    <a:pt x="380999" y="18415"/>
                    <a:pt x="380999" y="21209"/>
                  </a:cubicBezTo>
                  <a:lnTo>
                    <a:pt x="380999" y="359791"/>
                  </a:lnTo>
                  <a:cubicBezTo>
                    <a:pt x="380999" y="362585"/>
                    <a:pt x="380491" y="365379"/>
                    <a:pt x="379348" y="367919"/>
                  </a:cubicBezTo>
                  <a:cubicBezTo>
                    <a:pt x="378205" y="370459"/>
                    <a:pt x="376681" y="372872"/>
                    <a:pt x="374776" y="374777"/>
                  </a:cubicBezTo>
                  <a:cubicBezTo>
                    <a:pt x="372871" y="376682"/>
                    <a:pt x="370458" y="378333"/>
                    <a:pt x="367918" y="379349"/>
                  </a:cubicBezTo>
                  <a:cubicBezTo>
                    <a:pt x="365378" y="380365"/>
                    <a:pt x="362584" y="381000"/>
                    <a:pt x="359790" y="381000"/>
                  </a:cubicBezTo>
                  <a:lnTo>
                    <a:pt x="21208" y="381000"/>
                  </a:lnTo>
                  <a:cubicBezTo>
                    <a:pt x="18415" y="381000"/>
                    <a:pt x="15621" y="380492"/>
                    <a:pt x="13081" y="379349"/>
                  </a:cubicBezTo>
                  <a:cubicBezTo>
                    <a:pt x="10541" y="378206"/>
                    <a:pt x="8128" y="376682"/>
                    <a:pt x="6223" y="374777"/>
                  </a:cubicBezTo>
                  <a:cubicBezTo>
                    <a:pt x="4318" y="372872"/>
                    <a:pt x="2667" y="370459"/>
                    <a:pt x="1651" y="367919"/>
                  </a:cubicBezTo>
                  <a:cubicBezTo>
                    <a:pt x="635" y="365379"/>
                    <a:pt x="0" y="362585"/>
                    <a:pt x="0" y="359791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9098" y="1225550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57149" y="1044575"/>
              <a:ext cx="381000" cy="390398"/>
            </a:xfrm>
            <a:custGeom>
              <a:avLst/>
              <a:gdLst/>
              <a:ahLst/>
              <a:cxnLst/>
              <a:rect r="r" b="b" t="t" l="l"/>
              <a:pathLst>
                <a:path h="390398" w="381000">
                  <a:moveTo>
                    <a:pt x="0" y="369316"/>
                  </a:move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cubicBezTo>
                    <a:pt x="2794" y="10541"/>
                    <a:pt x="4318" y="8128"/>
                    <a:pt x="6223" y="6223"/>
                  </a:cubicBezTo>
                  <a:cubicBezTo>
                    <a:pt x="8128" y="4318"/>
                    <a:pt x="10541" y="2667"/>
                    <a:pt x="13081" y="1651"/>
                  </a:cubicBezTo>
                  <a:cubicBezTo>
                    <a:pt x="15621" y="635"/>
                    <a:pt x="18415" y="0"/>
                    <a:pt x="21209" y="0"/>
                  </a:cubicBezTo>
                  <a:lnTo>
                    <a:pt x="359790" y="0"/>
                  </a:lnTo>
                  <a:cubicBezTo>
                    <a:pt x="362584" y="0"/>
                    <a:pt x="365378" y="508"/>
                    <a:pt x="367918" y="1651"/>
                  </a:cubicBezTo>
                  <a:cubicBezTo>
                    <a:pt x="370458" y="2794"/>
                    <a:pt x="372871" y="4318"/>
                    <a:pt x="374776" y="6223"/>
                  </a:cubicBezTo>
                  <a:cubicBezTo>
                    <a:pt x="376681" y="8128"/>
                    <a:pt x="378332" y="10541"/>
                    <a:pt x="379348" y="13081"/>
                  </a:cubicBezTo>
                  <a:cubicBezTo>
                    <a:pt x="380364" y="15621"/>
                    <a:pt x="380999" y="18415"/>
                    <a:pt x="380999" y="21209"/>
                  </a:cubicBezTo>
                  <a:lnTo>
                    <a:pt x="380999" y="369189"/>
                  </a:lnTo>
                  <a:cubicBezTo>
                    <a:pt x="380999" y="371983"/>
                    <a:pt x="380491" y="374777"/>
                    <a:pt x="379348" y="377317"/>
                  </a:cubicBezTo>
                  <a:cubicBezTo>
                    <a:pt x="378205" y="379857"/>
                    <a:pt x="376681" y="382270"/>
                    <a:pt x="374776" y="384175"/>
                  </a:cubicBezTo>
                  <a:cubicBezTo>
                    <a:pt x="372871" y="386080"/>
                    <a:pt x="370458" y="387731"/>
                    <a:pt x="367918" y="388747"/>
                  </a:cubicBezTo>
                  <a:cubicBezTo>
                    <a:pt x="365378" y="389763"/>
                    <a:pt x="362584" y="390398"/>
                    <a:pt x="359790" y="390398"/>
                  </a:cubicBezTo>
                  <a:lnTo>
                    <a:pt x="21336" y="390398"/>
                  </a:lnTo>
                  <a:cubicBezTo>
                    <a:pt x="18542" y="390398"/>
                    <a:pt x="15748" y="389890"/>
                    <a:pt x="13208" y="388747"/>
                  </a:cubicBezTo>
                  <a:cubicBezTo>
                    <a:pt x="10668" y="387604"/>
                    <a:pt x="8255" y="386080"/>
                    <a:pt x="6350" y="384175"/>
                  </a:cubicBezTo>
                  <a:cubicBezTo>
                    <a:pt x="4445" y="382270"/>
                    <a:pt x="2794" y="379857"/>
                    <a:pt x="1778" y="377317"/>
                  </a:cubicBezTo>
                  <a:cubicBezTo>
                    <a:pt x="762" y="374777"/>
                    <a:pt x="127" y="371983"/>
                    <a:pt x="127" y="369189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2092325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58800" y="1911350"/>
              <a:ext cx="381000" cy="380873"/>
            </a:xfrm>
            <a:custGeom>
              <a:avLst/>
              <a:gdLst/>
              <a:ahLst/>
              <a:cxnLst/>
              <a:rect r="r" b="b" t="t" l="l"/>
              <a:pathLst>
                <a:path h="380873" w="381000">
                  <a:moveTo>
                    <a:pt x="0" y="359791"/>
                  </a:move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cubicBezTo>
                    <a:pt x="2794" y="10541"/>
                    <a:pt x="4318" y="8128"/>
                    <a:pt x="6223" y="6223"/>
                  </a:cubicBezTo>
                  <a:cubicBezTo>
                    <a:pt x="8128" y="4318"/>
                    <a:pt x="10541" y="2667"/>
                    <a:pt x="13081" y="1651"/>
                  </a:cubicBezTo>
                  <a:cubicBezTo>
                    <a:pt x="15621" y="635"/>
                    <a:pt x="18415" y="0"/>
                    <a:pt x="21209" y="0"/>
                  </a:cubicBezTo>
                  <a:lnTo>
                    <a:pt x="359790" y="0"/>
                  </a:lnTo>
                  <a:cubicBezTo>
                    <a:pt x="362584" y="0"/>
                    <a:pt x="365378" y="508"/>
                    <a:pt x="367918" y="1651"/>
                  </a:cubicBezTo>
                  <a:cubicBezTo>
                    <a:pt x="370458" y="2794"/>
                    <a:pt x="372871" y="4318"/>
                    <a:pt x="374776" y="6223"/>
                  </a:cubicBezTo>
                  <a:cubicBezTo>
                    <a:pt x="376681" y="8128"/>
                    <a:pt x="378332" y="10541"/>
                    <a:pt x="379348" y="13081"/>
                  </a:cubicBezTo>
                  <a:cubicBezTo>
                    <a:pt x="380364" y="15621"/>
                    <a:pt x="380999" y="18415"/>
                    <a:pt x="380999" y="21209"/>
                  </a:cubicBezTo>
                  <a:lnTo>
                    <a:pt x="380999" y="359664"/>
                  </a:lnTo>
                  <a:cubicBezTo>
                    <a:pt x="380999" y="362458"/>
                    <a:pt x="380491" y="365252"/>
                    <a:pt x="379348" y="367792"/>
                  </a:cubicBezTo>
                  <a:cubicBezTo>
                    <a:pt x="378205" y="370332"/>
                    <a:pt x="376681" y="372745"/>
                    <a:pt x="374776" y="374650"/>
                  </a:cubicBezTo>
                  <a:cubicBezTo>
                    <a:pt x="372871" y="376555"/>
                    <a:pt x="370458" y="378206"/>
                    <a:pt x="367918" y="379222"/>
                  </a:cubicBezTo>
                  <a:cubicBezTo>
                    <a:pt x="365378" y="380238"/>
                    <a:pt x="362584" y="380873"/>
                    <a:pt x="359790" y="380873"/>
                  </a:cubicBezTo>
                  <a:lnTo>
                    <a:pt x="21208" y="380873"/>
                  </a:lnTo>
                  <a:cubicBezTo>
                    <a:pt x="18415" y="380873"/>
                    <a:pt x="15621" y="380365"/>
                    <a:pt x="13081" y="379222"/>
                  </a:cubicBezTo>
                  <a:cubicBezTo>
                    <a:pt x="10541" y="378079"/>
                    <a:pt x="8128" y="376555"/>
                    <a:pt x="6223" y="374650"/>
                  </a:cubicBezTo>
                  <a:cubicBezTo>
                    <a:pt x="4318" y="372745"/>
                    <a:pt x="2667" y="370332"/>
                    <a:pt x="1651" y="367792"/>
                  </a:cubicBezTo>
                  <a:cubicBezTo>
                    <a:pt x="635" y="365252"/>
                    <a:pt x="0" y="362458"/>
                    <a:pt x="0" y="359664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19098" y="2959100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57149" y="2778125"/>
              <a:ext cx="381000" cy="380873"/>
            </a:xfrm>
            <a:custGeom>
              <a:avLst/>
              <a:gdLst/>
              <a:ahLst/>
              <a:cxnLst/>
              <a:rect r="r" b="b" t="t" l="l"/>
              <a:pathLst>
                <a:path h="380873" w="381000">
                  <a:moveTo>
                    <a:pt x="0" y="359791"/>
                  </a:move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cubicBezTo>
                    <a:pt x="2794" y="10541"/>
                    <a:pt x="4318" y="8128"/>
                    <a:pt x="6223" y="6223"/>
                  </a:cubicBezTo>
                  <a:cubicBezTo>
                    <a:pt x="8128" y="4318"/>
                    <a:pt x="10541" y="2667"/>
                    <a:pt x="13081" y="1651"/>
                  </a:cubicBezTo>
                  <a:cubicBezTo>
                    <a:pt x="15621" y="635"/>
                    <a:pt x="18415" y="0"/>
                    <a:pt x="21209" y="0"/>
                  </a:cubicBezTo>
                  <a:lnTo>
                    <a:pt x="359790" y="0"/>
                  </a:lnTo>
                  <a:cubicBezTo>
                    <a:pt x="362584" y="0"/>
                    <a:pt x="365378" y="508"/>
                    <a:pt x="367918" y="1651"/>
                  </a:cubicBezTo>
                  <a:cubicBezTo>
                    <a:pt x="370458" y="2794"/>
                    <a:pt x="372871" y="4318"/>
                    <a:pt x="374776" y="6223"/>
                  </a:cubicBezTo>
                  <a:cubicBezTo>
                    <a:pt x="376681" y="8128"/>
                    <a:pt x="378332" y="10541"/>
                    <a:pt x="379348" y="13081"/>
                  </a:cubicBezTo>
                  <a:cubicBezTo>
                    <a:pt x="380364" y="15621"/>
                    <a:pt x="380999" y="18415"/>
                    <a:pt x="380999" y="21209"/>
                  </a:cubicBezTo>
                  <a:lnTo>
                    <a:pt x="380999" y="359664"/>
                  </a:lnTo>
                  <a:cubicBezTo>
                    <a:pt x="380999" y="362458"/>
                    <a:pt x="380491" y="365252"/>
                    <a:pt x="379348" y="367792"/>
                  </a:cubicBezTo>
                  <a:cubicBezTo>
                    <a:pt x="378205" y="370332"/>
                    <a:pt x="376681" y="372745"/>
                    <a:pt x="374776" y="374650"/>
                  </a:cubicBezTo>
                  <a:cubicBezTo>
                    <a:pt x="372871" y="376555"/>
                    <a:pt x="370458" y="378206"/>
                    <a:pt x="367918" y="379222"/>
                  </a:cubicBezTo>
                  <a:cubicBezTo>
                    <a:pt x="365378" y="380238"/>
                    <a:pt x="362584" y="380873"/>
                    <a:pt x="359790" y="380873"/>
                  </a:cubicBezTo>
                  <a:lnTo>
                    <a:pt x="21336" y="380873"/>
                  </a:lnTo>
                  <a:cubicBezTo>
                    <a:pt x="18542" y="380873"/>
                    <a:pt x="15748" y="380365"/>
                    <a:pt x="13208" y="379222"/>
                  </a:cubicBezTo>
                  <a:cubicBezTo>
                    <a:pt x="10668" y="378079"/>
                    <a:pt x="8255" y="376555"/>
                    <a:pt x="6350" y="374650"/>
                  </a:cubicBezTo>
                  <a:cubicBezTo>
                    <a:pt x="4445" y="372745"/>
                    <a:pt x="2794" y="370332"/>
                    <a:pt x="1778" y="367792"/>
                  </a:cubicBezTo>
                  <a:cubicBezTo>
                    <a:pt x="762" y="365252"/>
                    <a:pt x="127" y="362458"/>
                    <a:pt x="127" y="359664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1540" y="452237"/>
            <a:ext cx="5158740" cy="63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8"/>
              </a:lnSpc>
            </a:pPr>
            <a:r>
              <a:rPr lang="en-US" b="true" sz="3648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Implementation Timeline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21810" y="1352026"/>
            <a:ext cx="162758" cy="38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b="true" sz="220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21810" y="2342626"/>
            <a:ext cx="162758" cy="38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b="true" sz="220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21810" y="3199876"/>
            <a:ext cx="162758" cy="38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b="true" sz="220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21810" y="4066651"/>
            <a:ext cx="162758" cy="38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b="true" sz="220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5485" y="1269159"/>
            <a:ext cx="4902599" cy="140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90"/>
              </a:lnSpc>
            </a:pPr>
            <a:r>
              <a:rPr lang="en-US" b="true" sz="197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Phase 1</a:t>
            </a:r>
          </a:p>
          <a:p>
            <a:pPr algn="r">
              <a:lnSpc>
                <a:spcPts val="3811"/>
              </a:lnSpc>
            </a:pPr>
            <a:r>
              <a:rPr lang="en-US" b="true" sz="183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Months 1–2</a:t>
            </a:r>
          </a:p>
          <a:p>
            <a:pPr algn="r">
              <a:lnSpc>
                <a:spcPts val="3604"/>
              </a:lnSpc>
            </a:pPr>
            <a:r>
              <a:rPr lang="en-US" sz="173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Core AI model development and OCR integration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6624" y="3126534"/>
            <a:ext cx="5065886" cy="136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79"/>
              </a:lnSpc>
            </a:pPr>
            <a:r>
              <a:rPr lang="en-US" b="true" sz="197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Phase 3</a:t>
            </a:r>
          </a:p>
          <a:p>
            <a:pPr algn="r">
              <a:lnSpc>
                <a:spcPts val="3708"/>
              </a:lnSpc>
            </a:pPr>
            <a:r>
              <a:rPr lang="en-US" b="true" sz="183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Months 5–6</a:t>
            </a:r>
          </a:p>
          <a:p>
            <a:pPr algn="r">
              <a:lnSpc>
                <a:spcPts val="3506"/>
              </a:lnSpc>
            </a:pPr>
            <a:r>
              <a:rPr lang="en-US" sz="173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Testing, security audit, and beta launch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46554" y="2250234"/>
            <a:ext cx="5245446" cy="140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0"/>
              </a:lnSpc>
            </a:pPr>
            <a:r>
              <a:rPr lang="en-US" b="true" sz="197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Phase 2</a:t>
            </a:r>
          </a:p>
          <a:p>
            <a:pPr algn="l">
              <a:lnSpc>
                <a:spcPts val="3811"/>
              </a:lnSpc>
            </a:pPr>
            <a:r>
              <a:rPr lang="en-US" b="true" sz="183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Months 3–4</a:t>
            </a:r>
          </a:p>
          <a:p>
            <a:pPr algn="l">
              <a:lnSpc>
                <a:spcPts val="3604"/>
              </a:lnSpc>
            </a:pPr>
            <a:r>
              <a:rPr lang="en-US" sz="173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Web app development and voice feature integration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4474" y="3860105"/>
            <a:ext cx="5098660" cy="173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0"/>
              </a:lnSpc>
            </a:pPr>
            <a:r>
              <a:rPr lang="en-US" b="true" sz="1973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Phase 4</a:t>
            </a:r>
          </a:p>
          <a:p>
            <a:pPr algn="just">
              <a:lnSpc>
                <a:spcPts val="3811"/>
              </a:lnSpc>
            </a:pPr>
            <a:r>
              <a:rPr lang="en-US" b="true" sz="1839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Month 7+</a:t>
            </a:r>
          </a:p>
          <a:p>
            <a:pPr algn="just">
              <a:lnSpc>
                <a:spcPts val="3604"/>
              </a:lnSpc>
            </a:pPr>
            <a:r>
              <a:rPr lang="en-US" sz="173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Full launch,user feedback collection, and continuous </a:t>
            </a:r>
          </a:p>
          <a:p>
            <a:pPr algn="just">
              <a:lnSpc>
                <a:spcPts val="1655"/>
              </a:lnSpc>
            </a:pPr>
            <a:r>
              <a:rPr lang="en-US" sz="173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improvements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4285" y="5856227"/>
            <a:ext cx="9831586" cy="331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9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Goal: A fully accessible, AI-powered healthcare assistant live and serving users by Month 7.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517087" y="132081"/>
            <a:ext cx="0" cy="1107437"/>
          </a:xfrm>
          <a:prstGeom prst="line">
            <a:avLst/>
          </a:prstGeom>
          <a:ln cap="flat" w="38100">
            <a:solidFill>
              <a:srgbClr val="CBC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2536137" y="130903"/>
            <a:ext cx="0" cy="1107437"/>
          </a:xfrm>
          <a:prstGeom prst="line">
            <a:avLst/>
          </a:prstGeom>
          <a:ln cap="flat" w="38100">
            <a:solidFill>
              <a:srgbClr val="CBC5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917710" y="171450"/>
            <a:ext cx="7219672" cy="1066890"/>
            <a:chOff x="0" y="0"/>
            <a:chExt cx="2852216" cy="421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2216" cy="421488"/>
            </a:xfrm>
            <a:custGeom>
              <a:avLst/>
              <a:gdLst/>
              <a:ahLst/>
              <a:cxnLst/>
              <a:rect r="r" b="b" t="t" l="l"/>
              <a:pathLst>
                <a:path h="421488" w="2852216">
                  <a:moveTo>
                    <a:pt x="2852216" y="0"/>
                  </a:moveTo>
                  <a:lnTo>
                    <a:pt x="0" y="0"/>
                  </a:lnTo>
                  <a:lnTo>
                    <a:pt x="101600" y="210744"/>
                  </a:lnTo>
                  <a:lnTo>
                    <a:pt x="0" y="421488"/>
                  </a:lnTo>
                  <a:lnTo>
                    <a:pt x="2852216" y="421488"/>
                  </a:lnTo>
                  <a:lnTo>
                    <a:pt x="2750616" y="210744"/>
                  </a:lnTo>
                  <a:lnTo>
                    <a:pt x="285221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8900" y="-95250"/>
              <a:ext cx="2674416" cy="516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10"/>
                </a:lnSpc>
              </a:pPr>
              <a:r>
                <a:rPr lang="en-US" b="true" sz="4864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THANK YOU !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47327" y="1900877"/>
            <a:ext cx="9560439" cy="4271323"/>
          </a:xfrm>
          <a:custGeom>
            <a:avLst/>
            <a:gdLst/>
            <a:ahLst/>
            <a:cxnLst/>
            <a:rect r="r" b="b" t="t" l="l"/>
            <a:pathLst>
              <a:path h="4271323" w="9560439">
                <a:moveTo>
                  <a:pt x="0" y="0"/>
                </a:moveTo>
                <a:lnTo>
                  <a:pt x="9560439" y="0"/>
                </a:lnTo>
                <a:lnTo>
                  <a:pt x="9560439" y="4271323"/>
                </a:lnTo>
                <a:lnTo>
                  <a:pt x="0" y="4271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386" r="-10233" b="-378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91238" y="3243072"/>
            <a:ext cx="9525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DAHSdpc9As4</dc:identifier>
  <dcterms:modified xsi:type="dcterms:W3CDTF">2011-08-01T06:04:30Z</dcterms:modified>
  <cp:revision>1</cp:revision>
  <dc:title>project health care.pdf</dc:title>
</cp:coreProperties>
</file>